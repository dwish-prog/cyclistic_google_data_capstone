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469D5-AAC2-4061-B403-0B488946ACD6}" v="1" dt="2026-07-19T14:43:33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1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8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ishart" userId="90eba1bf6444aaa1" providerId="LiveId" clId="{DA0F7B07-6734-487B-99B8-5E323E6C7552}"/>
    <pc:docChg chg="modSld">
      <pc:chgData name="David Wishart" userId="90eba1bf6444aaa1" providerId="LiveId" clId="{DA0F7B07-6734-487B-99B8-5E323E6C7552}" dt="2026-07-19T14:43:33.836" v="0"/>
      <pc:docMkLst>
        <pc:docMk/>
      </pc:docMkLst>
      <pc:sldChg chg="modSp">
        <pc:chgData name="David Wishart" userId="90eba1bf6444aaa1" providerId="LiveId" clId="{DA0F7B07-6734-487B-99B8-5E323E6C7552}" dt="2026-07-19T14:43:33.836" v="0"/>
        <pc:sldMkLst>
          <pc:docMk/>
          <pc:sldMk cId="2992224984" sldId="266"/>
        </pc:sldMkLst>
        <pc:spChg chg="mod">
          <ac:chgData name="David Wishart" userId="90eba1bf6444aaa1" providerId="LiveId" clId="{DA0F7B07-6734-487B-99B8-5E323E6C7552}" dt="2026-07-19T14:43:33.836" v="0"/>
          <ac:spMkLst>
            <pc:docMk/>
            <pc:sldMk cId="2992224984" sldId="266"/>
            <ac:spMk id="3" creationId="{E0C8D84F-5B9C-8E57-E3E4-BEBF071F153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dirty="0">
                <a:solidFill>
                  <a:srgbClr val="595959"/>
                </a:solidFill>
                <a:effectLst/>
                <a:latin typeface="+mn-lt"/>
              </a:rPr>
              <a:t>5,926,713 </a:t>
            </a:r>
            <a:r>
              <a:rPr lang="en-US" b="0" dirty="0">
                <a:solidFill>
                  <a:srgbClr val="595959"/>
                </a:solidFill>
                <a:latin typeface="+mn-lt"/>
              </a:rPr>
              <a:t>Tota</a:t>
            </a:r>
            <a:r>
              <a:rPr lang="en-US" dirty="0">
                <a:solidFill>
                  <a:srgbClr val="595959"/>
                </a:solidFill>
              </a:rPr>
              <a:t>l trips</a:t>
            </a:r>
          </a:p>
          <a:p>
            <a:pPr>
              <a:defRPr/>
            </a:pP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(Jul</a:t>
            </a:r>
            <a:r>
              <a:rPr lang="en-US" sz="1200" i="1" baseline="0" dirty="0">
                <a:solidFill>
                  <a:schemeClr val="bg2">
                    <a:lumMod val="75000"/>
                  </a:schemeClr>
                </a:solidFill>
              </a:rPr>
              <a:t>y 2025-June 2026)</a:t>
            </a:r>
            <a:endParaRPr lang="en-US" sz="1200" i="1" dirty="0">
              <a:solidFill>
                <a:schemeClr val="bg2">
                  <a:lumMod val="7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'1  Basic casual vs member'!$B$1</c:f>
              <c:strCache>
                <c:ptCount val="1"/>
                <c:pt idx="0">
                  <c:v>Total trips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D48-4422-8D19-39F008350B2D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D48-4422-8D19-39F008350B2D}"/>
              </c:ext>
            </c:extLst>
          </c:dPt>
          <c:dLbls>
            <c:dLbl>
              <c:idx val="0"/>
              <c:layout>
                <c:manualLayout>
                  <c:x val="6.3426290463691942E-2"/>
                  <c:y val="-3.737131816856226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48-4422-8D19-39F008350B2D}"/>
                </c:ext>
              </c:extLst>
            </c:dLbl>
            <c:dLbl>
              <c:idx val="1"/>
              <c:layout>
                <c:manualLayout>
                  <c:x val="-0.1016227034120735"/>
                  <c:y val="6.5243146689997089E-2"/>
                </c:manualLayout>
              </c:layout>
              <c:tx>
                <c:rich>
                  <a:bodyPr/>
                  <a:lstStyle/>
                  <a:p>
                    <a:fld id="{94A1AA51-D7C1-4BF8-9C01-C3A731AE6C3C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D48-4422-8D19-39F008350B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'1  Basic casual vs member'!$A$2:$A$3</c:f>
              <c:strCache>
                <c:ptCount val="2"/>
                <c:pt idx="0">
                  <c:v>Casual riders</c:v>
                </c:pt>
                <c:pt idx="1">
                  <c:v>Annual members</c:v>
                </c:pt>
              </c:strCache>
            </c:strRef>
          </c:cat>
          <c:val>
            <c:numRef>
              <c:f>'1  Basic casual vs member'!$B$2:$B$3</c:f>
              <c:numCache>
                <c:formatCode>#,##0</c:formatCode>
                <c:ptCount val="2"/>
                <c:pt idx="0">
                  <c:v>2112068</c:v>
                </c:pt>
                <c:pt idx="1">
                  <c:v>3814645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D48-4422-8D19-39F008350B2D}"/>
            </c:ext>
          </c:extLst>
        </c:ser>
        <c:ser>
          <c:idx val="1"/>
          <c:order val="1"/>
          <c:tx>
            <c:strRef>
              <c:f>'1  Basic casual vs member'!$C$1</c:f>
              <c:strCache>
                <c:ptCount val="1"/>
                <c:pt idx="0">
                  <c:v>Proportion of trips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8D48-4422-8D19-39F008350B2D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D48-4422-8D19-39F008350B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'1  Basic casual vs member'!$A$2:$A$3</c:f>
              <c:strCache>
                <c:ptCount val="2"/>
                <c:pt idx="0">
                  <c:v>Casual riders</c:v>
                </c:pt>
                <c:pt idx="1">
                  <c:v>Annual members</c:v>
                </c:pt>
              </c:strCache>
            </c:strRef>
          </c:cat>
          <c:val>
            <c:numRef>
              <c:f>'1  Basic casual vs member'!$C$2:$C$3</c:f>
              <c:numCache>
                <c:formatCode>0.00%</c:formatCode>
                <c:ptCount val="2"/>
                <c:pt idx="0">
                  <c:v>0.35639999999999999</c:v>
                </c:pt>
                <c:pt idx="1">
                  <c:v>0.64359999999999995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D48-4422-8D19-39F008350B2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  <a:r>
              <a:rPr lang="en-US" sz="1400" b="0" dirty="0">
                <a:solidFill>
                  <a:srgbClr val="595959"/>
                </a:solidFill>
              </a:rPr>
              <a:t>Rider share by quarter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595959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3"/>
          <c:order val="3"/>
          <c:tx>
            <c:strRef>
              <c:f>'2  Monthly casual vs member spl'!$E$20</c:f>
              <c:strCache>
                <c:ptCount val="1"/>
                <c:pt idx="0">
                  <c:v>Column5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'2  Monthly casual vs member spl'!$A$21:$A$37</c:f>
              <c:strCache>
                <c:ptCount val="17"/>
                <c:pt idx="0">
                  <c:v>Total</c:v>
                </c:pt>
                <c:pt idx="1">
                  <c:v>September</c:v>
                </c:pt>
                <c:pt idx="2">
                  <c:v>Q4 Total</c:v>
                </c:pt>
                <c:pt idx="3">
                  <c:v>Q3 Total</c:v>
                </c:pt>
                <c:pt idx="4">
                  <c:v>Q2 Total</c:v>
                </c:pt>
                <c:pt idx="5">
                  <c:v>Q1 Total</c:v>
                </c:pt>
                <c:pt idx="6">
                  <c:v>October</c:v>
                </c:pt>
                <c:pt idx="7">
                  <c:v>November</c:v>
                </c:pt>
                <c:pt idx="8">
                  <c:v>May</c:v>
                </c:pt>
                <c:pt idx="9">
                  <c:v>March</c:v>
                </c:pt>
                <c:pt idx="10">
                  <c:v>June</c:v>
                </c:pt>
                <c:pt idx="11">
                  <c:v>July</c:v>
                </c:pt>
                <c:pt idx="12">
                  <c:v>January</c:v>
                </c:pt>
                <c:pt idx="13">
                  <c:v>February</c:v>
                </c:pt>
                <c:pt idx="14">
                  <c:v>December</c:v>
                </c:pt>
                <c:pt idx="15">
                  <c:v>August</c:v>
                </c:pt>
                <c:pt idx="16">
                  <c:v>April</c:v>
                </c:pt>
              </c:strCache>
            </c:strRef>
          </c:cat>
          <c:val>
            <c:numRef>
              <c:f>'2  Monthly casual vs member spl'!$E$21:$E$37</c:f>
              <c:numCache>
                <c:formatCode>General</c:formatCode>
                <c:ptCount val="17"/>
                <c:pt idx="0">
                  <c:v>35.64</c:v>
                </c:pt>
                <c:pt idx="1">
                  <c:v>37.08</c:v>
                </c:pt>
                <c:pt idx="2">
                  <c:v>30.68</c:v>
                </c:pt>
                <c:pt idx="3">
                  <c:v>40.799999999999997</c:v>
                </c:pt>
                <c:pt idx="4">
                  <c:v>36.700000000000003</c:v>
                </c:pt>
                <c:pt idx="5">
                  <c:v>23.39</c:v>
                </c:pt>
                <c:pt idx="6">
                  <c:v>34.64</c:v>
                </c:pt>
                <c:pt idx="7">
                  <c:v>27.76</c:v>
                </c:pt>
                <c:pt idx="8">
                  <c:v>37.46</c:v>
                </c:pt>
                <c:pt idx="9">
                  <c:v>27.66</c:v>
                </c:pt>
                <c:pt idx="10">
                  <c:v>40.409999999999997</c:v>
                </c:pt>
                <c:pt idx="11">
                  <c:v>42.3</c:v>
                </c:pt>
                <c:pt idx="12">
                  <c:v>17.920000000000002</c:v>
                </c:pt>
                <c:pt idx="13">
                  <c:v>20.41</c:v>
                </c:pt>
                <c:pt idx="14">
                  <c:v>19.940000000000001</c:v>
                </c:pt>
                <c:pt idx="15">
                  <c:v>42.71</c:v>
                </c:pt>
                <c:pt idx="16">
                  <c:v>29.3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C5-4C4C-ACD6-D996EAC7B62B}"/>
            </c:ext>
          </c:extLst>
        </c:ser>
        <c:ser>
          <c:idx val="4"/>
          <c:order val="4"/>
          <c:tx>
            <c:strRef>
              <c:f>'2  Monthly casual vs member spl'!$F$20</c:f>
              <c:strCache>
                <c:ptCount val="1"/>
                <c:pt idx="0">
                  <c:v>Column6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'2  Monthly casual vs member spl'!$A$21:$A$37</c:f>
              <c:strCache>
                <c:ptCount val="17"/>
                <c:pt idx="0">
                  <c:v>Total</c:v>
                </c:pt>
                <c:pt idx="1">
                  <c:v>September</c:v>
                </c:pt>
                <c:pt idx="2">
                  <c:v>Q4 Total</c:v>
                </c:pt>
                <c:pt idx="3">
                  <c:v>Q3 Total</c:v>
                </c:pt>
                <c:pt idx="4">
                  <c:v>Q2 Total</c:v>
                </c:pt>
                <c:pt idx="5">
                  <c:v>Q1 Total</c:v>
                </c:pt>
                <c:pt idx="6">
                  <c:v>October</c:v>
                </c:pt>
                <c:pt idx="7">
                  <c:v>November</c:v>
                </c:pt>
                <c:pt idx="8">
                  <c:v>May</c:v>
                </c:pt>
                <c:pt idx="9">
                  <c:v>March</c:v>
                </c:pt>
                <c:pt idx="10">
                  <c:v>June</c:v>
                </c:pt>
                <c:pt idx="11">
                  <c:v>July</c:v>
                </c:pt>
                <c:pt idx="12">
                  <c:v>January</c:v>
                </c:pt>
                <c:pt idx="13">
                  <c:v>February</c:v>
                </c:pt>
                <c:pt idx="14">
                  <c:v>December</c:v>
                </c:pt>
                <c:pt idx="15">
                  <c:v>August</c:v>
                </c:pt>
                <c:pt idx="16">
                  <c:v>April</c:v>
                </c:pt>
              </c:strCache>
            </c:strRef>
          </c:cat>
          <c:val>
            <c:numRef>
              <c:f>'2  Monthly casual vs member spl'!$F$21:$F$37</c:f>
              <c:numCache>
                <c:formatCode>General</c:formatCode>
                <c:ptCount val="17"/>
                <c:pt idx="0">
                  <c:v>64.36</c:v>
                </c:pt>
                <c:pt idx="1">
                  <c:v>62.92</c:v>
                </c:pt>
                <c:pt idx="2">
                  <c:v>69.319999999999993</c:v>
                </c:pt>
                <c:pt idx="3">
                  <c:v>59.2</c:v>
                </c:pt>
                <c:pt idx="4">
                  <c:v>63.3</c:v>
                </c:pt>
                <c:pt idx="5">
                  <c:v>76.61</c:v>
                </c:pt>
                <c:pt idx="6">
                  <c:v>65.36</c:v>
                </c:pt>
                <c:pt idx="7">
                  <c:v>72.239999999999995</c:v>
                </c:pt>
                <c:pt idx="8">
                  <c:v>62.54</c:v>
                </c:pt>
                <c:pt idx="9">
                  <c:v>72.34</c:v>
                </c:pt>
                <c:pt idx="10">
                  <c:v>59.59</c:v>
                </c:pt>
                <c:pt idx="11">
                  <c:v>57.7</c:v>
                </c:pt>
                <c:pt idx="12">
                  <c:v>82.08</c:v>
                </c:pt>
                <c:pt idx="13">
                  <c:v>79.59</c:v>
                </c:pt>
                <c:pt idx="14">
                  <c:v>80.06</c:v>
                </c:pt>
                <c:pt idx="15">
                  <c:v>57.29</c:v>
                </c:pt>
                <c:pt idx="16">
                  <c:v>70.7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C5-4C4C-ACD6-D996EAC7B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24141359"/>
        <c:axId val="22413079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'2  Monthly casual vs member spl'!$B$20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tint val="96000"/>
                          <a:lumMod val="100000"/>
                        </a:schemeClr>
                      </a:gs>
                      <a:gs pos="78000">
                        <a:schemeClr val="accent1">
                          <a:shade val="94000"/>
                          <a:lumMod val="9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0800" dist="381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'2  Monthly casual vs member spl'!$A$21:$A$37</c15:sqref>
                        </c15:formulaRef>
                      </c:ext>
                    </c:extLst>
                    <c:strCache>
                      <c:ptCount val="17"/>
                      <c:pt idx="0">
                        <c:v>Total</c:v>
                      </c:pt>
                      <c:pt idx="1">
                        <c:v>September</c:v>
                      </c:pt>
                      <c:pt idx="2">
                        <c:v>Q4 Total</c:v>
                      </c:pt>
                      <c:pt idx="3">
                        <c:v>Q3 Total</c:v>
                      </c:pt>
                      <c:pt idx="4">
                        <c:v>Q2 Total</c:v>
                      </c:pt>
                      <c:pt idx="5">
                        <c:v>Q1 Total</c:v>
                      </c:pt>
                      <c:pt idx="6">
                        <c:v>October</c:v>
                      </c:pt>
                      <c:pt idx="7">
                        <c:v>November</c:v>
                      </c:pt>
                      <c:pt idx="8">
                        <c:v>May</c:v>
                      </c:pt>
                      <c:pt idx="9">
                        <c:v>March</c:v>
                      </c:pt>
                      <c:pt idx="10">
                        <c:v>June</c:v>
                      </c:pt>
                      <c:pt idx="11">
                        <c:v>July</c:v>
                      </c:pt>
                      <c:pt idx="12">
                        <c:v>January</c:v>
                      </c:pt>
                      <c:pt idx="13">
                        <c:v>February</c:v>
                      </c:pt>
                      <c:pt idx="14">
                        <c:v>December</c:v>
                      </c:pt>
                      <c:pt idx="15">
                        <c:v>August</c:v>
                      </c:pt>
                      <c:pt idx="16">
                        <c:v>April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'2  Monthly casual vs member spl'!$B$21:$B$37</c15:sqref>
                        </c15:formulaRef>
                      </c:ext>
                    </c:extLst>
                    <c:numCache>
                      <c:formatCode>General</c:formatCode>
                      <c:ptCount val="17"/>
                      <c:pt idx="0">
                        <c:v>2112068</c:v>
                      </c:pt>
                      <c:pt idx="1">
                        <c:v>264773</c:v>
                      </c:pt>
                      <c:pt idx="2">
                        <c:v>350434</c:v>
                      </c:pt>
                      <c:pt idx="3">
                        <c:v>924533</c:v>
                      </c:pt>
                      <c:pt idx="4">
                        <c:v>683742</c:v>
                      </c:pt>
                      <c:pt idx="5">
                        <c:v>153359</c:v>
                      </c:pt>
                      <c:pt idx="6">
                        <c:v>223579</c:v>
                      </c:pt>
                      <c:pt idx="7">
                        <c:v>98850</c:v>
                      </c:pt>
                      <c:pt idx="8">
                        <c:v>244643</c:v>
                      </c:pt>
                      <c:pt idx="9">
                        <c:v>87620</c:v>
                      </c:pt>
                      <c:pt idx="10">
                        <c:v>307869</c:v>
                      </c:pt>
                      <c:pt idx="11">
                        <c:v>322502</c:v>
                      </c:pt>
                      <c:pt idx="12">
                        <c:v>24654</c:v>
                      </c:pt>
                      <c:pt idx="13">
                        <c:v>41085</c:v>
                      </c:pt>
                      <c:pt idx="14">
                        <c:v>28005</c:v>
                      </c:pt>
                      <c:pt idx="15">
                        <c:v>337258</c:v>
                      </c:pt>
                      <c:pt idx="16">
                        <c:v>131230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4DC5-4C4C-ACD6-D996EAC7B62B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spl'!$C$20</c15:sqref>
                        </c15:formulaRef>
                      </c:ext>
                    </c:extLst>
                    <c:strCache>
                      <c:ptCount val="1"/>
                      <c:pt idx="0">
                        <c:v>Column3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tint val="96000"/>
                          <a:lumMod val="100000"/>
                        </a:schemeClr>
                      </a:gs>
                      <a:gs pos="78000">
                        <a:schemeClr val="accent3">
                          <a:shade val="94000"/>
                          <a:lumMod val="9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0800" dist="381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spl'!$A$21:$A$37</c15:sqref>
                        </c15:formulaRef>
                      </c:ext>
                    </c:extLst>
                    <c:strCache>
                      <c:ptCount val="17"/>
                      <c:pt idx="0">
                        <c:v>Total</c:v>
                      </c:pt>
                      <c:pt idx="1">
                        <c:v>September</c:v>
                      </c:pt>
                      <c:pt idx="2">
                        <c:v>Q4 Total</c:v>
                      </c:pt>
                      <c:pt idx="3">
                        <c:v>Q3 Total</c:v>
                      </c:pt>
                      <c:pt idx="4">
                        <c:v>Q2 Total</c:v>
                      </c:pt>
                      <c:pt idx="5">
                        <c:v>Q1 Total</c:v>
                      </c:pt>
                      <c:pt idx="6">
                        <c:v>October</c:v>
                      </c:pt>
                      <c:pt idx="7">
                        <c:v>November</c:v>
                      </c:pt>
                      <c:pt idx="8">
                        <c:v>May</c:v>
                      </c:pt>
                      <c:pt idx="9">
                        <c:v>March</c:v>
                      </c:pt>
                      <c:pt idx="10">
                        <c:v>June</c:v>
                      </c:pt>
                      <c:pt idx="11">
                        <c:v>July</c:v>
                      </c:pt>
                      <c:pt idx="12">
                        <c:v>January</c:v>
                      </c:pt>
                      <c:pt idx="13">
                        <c:v>February</c:v>
                      </c:pt>
                      <c:pt idx="14">
                        <c:v>December</c:v>
                      </c:pt>
                      <c:pt idx="15">
                        <c:v>August</c:v>
                      </c:pt>
                      <c:pt idx="16">
                        <c:v>April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spl'!$C$21:$C$37</c15:sqref>
                        </c15:formulaRef>
                      </c:ext>
                    </c:extLst>
                    <c:numCache>
                      <c:formatCode>General</c:formatCode>
                      <c:ptCount val="17"/>
                      <c:pt idx="0">
                        <c:v>3814645</c:v>
                      </c:pt>
                      <c:pt idx="1">
                        <c:v>449200</c:v>
                      </c:pt>
                      <c:pt idx="2">
                        <c:v>791635</c:v>
                      </c:pt>
                      <c:pt idx="3">
                        <c:v>1341527</c:v>
                      </c:pt>
                      <c:pt idx="4">
                        <c:v>1179196</c:v>
                      </c:pt>
                      <c:pt idx="5">
                        <c:v>502287</c:v>
                      </c:pt>
                      <c:pt idx="6">
                        <c:v>421926</c:v>
                      </c:pt>
                      <c:pt idx="7">
                        <c:v>257291</c:v>
                      </c:pt>
                      <c:pt idx="8">
                        <c:v>408503</c:v>
                      </c:pt>
                      <c:pt idx="9">
                        <c:v>229115</c:v>
                      </c:pt>
                      <c:pt idx="10">
                        <c:v>454004</c:v>
                      </c:pt>
                      <c:pt idx="11">
                        <c:v>439975</c:v>
                      </c:pt>
                      <c:pt idx="12">
                        <c:v>112930</c:v>
                      </c:pt>
                      <c:pt idx="13">
                        <c:v>160242</c:v>
                      </c:pt>
                      <c:pt idx="14">
                        <c:v>112418</c:v>
                      </c:pt>
                      <c:pt idx="15">
                        <c:v>452352</c:v>
                      </c:pt>
                      <c:pt idx="16">
                        <c:v>316689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DC5-4C4C-ACD6-D996EAC7B62B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spl'!$D$20</c15:sqref>
                        </c15:formulaRef>
                      </c:ext>
                    </c:extLst>
                    <c:strCache>
                      <c:ptCount val="1"/>
                      <c:pt idx="0">
                        <c:v>Column4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5">
                          <a:tint val="96000"/>
                          <a:lumMod val="100000"/>
                        </a:schemeClr>
                      </a:gs>
                      <a:gs pos="78000">
                        <a:schemeClr val="accent5">
                          <a:shade val="94000"/>
                          <a:lumMod val="9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0800" dist="381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spl'!$A$21:$A$37</c15:sqref>
                        </c15:formulaRef>
                      </c:ext>
                    </c:extLst>
                    <c:strCache>
                      <c:ptCount val="17"/>
                      <c:pt idx="0">
                        <c:v>Total</c:v>
                      </c:pt>
                      <c:pt idx="1">
                        <c:v>September</c:v>
                      </c:pt>
                      <c:pt idx="2">
                        <c:v>Q4 Total</c:v>
                      </c:pt>
                      <c:pt idx="3">
                        <c:v>Q3 Total</c:v>
                      </c:pt>
                      <c:pt idx="4">
                        <c:v>Q2 Total</c:v>
                      </c:pt>
                      <c:pt idx="5">
                        <c:v>Q1 Total</c:v>
                      </c:pt>
                      <c:pt idx="6">
                        <c:v>October</c:v>
                      </c:pt>
                      <c:pt idx="7">
                        <c:v>November</c:v>
                      </c:pt>
                      <c:pt idx="8">
                        <c:v>May</c:v>
                      </c:pt>
                      <c:pt idx="9">
                        <c:v>March</c:v>
                      </c:pt>
                      <c:pt idx="10">
                        <c:v>June</c:v>
                      </c:pt>
                      <c:pt idx="11">
                        <c:v>July</c:v>
                      </c:pt>
                      <c:pt idx="12">
                        <c:v>January</c:v>
                      </c:pt>
                      <c:pt idx="13">
                        <c:v>February</c:v>
                      </c:pt>
                      <c:pt idx="14">
                        <c:v>December</c:v>
                      </c:pt>
                      <c:pt idx="15">
                        <c:v>August</c:v>
                      </c:pt>
                      <c:pt idx="16">
                        <c:v>April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spl'!$D$21:$D$37</c15:sqref>
                        </c15:formulaRef>
                      </c:ext>
                    </c:extLst>
                    <c:numCache>
                      <c:formatCode>General</c:formatCode>
                      <c:ptCount val="17"/>
                      <c:pt idx="0">
                        <c:v>5926713</c:v>
                      </c:pt>
                      <c:pt idx="1">
                        <c:v>713973</c:v>
                      </c:pt>
                      <c:pt idx="2">
                        <c:v>1142069</c:v>
                      </c:pt>
                      <c:pt idx="3">
                        <c:v>2266060</c:v>
                      </c:pt>
                      <c:pt idx="4">
                        <c:v>1862938</c:v>
                      </c:pt>
                      <c:pt idx="5">
                        <c:v>655646</c:v>
                      </c:pt>
                      <c:pt idx="6">
                        <c:v>645505</c:v>
                      </c:pt>
                      <c:pt idx="7">
                        <c:v>356141</c:v>
                      </c:pt>
                      <c:pt idx="8">
                        <c:v>653146</c:v>
                      </c:pt>
                      <c:pt idx="9">
                        <c:v>316735</c:v>
                      </c:pt>
                      <c:pt idx="10">
                        <c:v>761873</c:v>
                      </c:pt>
                      <c:pt idx="11">
                        <c:v>762477</c:v>
                      </c:pt>
                      <c:pt idx="12">
                        <c:v>137584</c:v>
                      </c:pt>
                      <c:pt idx="13">
                        <c:v>201327</c:v>
                      </c:pt>
                      <c:pt idx="14">
                        <c:v>140423</c:v>
                      </c:pt>
                      <c:pt idx="15">
                        <c:v>789610</c:v>
                      </c:pt>
                      <c:pt idx="16">
                        <c:v>447919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4DC5-4C4C-ACD6-D996EAC7B62B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spl'!$G$20</c15:sqref>
                        </c15:formulaRef>
                      </c:ext>
                    </c:extLst>
                    <c:strCache>
                      <c:ptCount val="1"/>
                      <c:pt idx="0">
                        <c:v>Column7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5">
                          <a:lumMod val="60000"/>
                          <a:tint val="96000"/>
                          <a:lumMod val="100000"/>
                        </a:schemeClr>
                      </a:gs>
                      <a:gs pos="78000">
                        <a:schemeClr val="accent5">
                          <a:lumMod val="60000"/>
                          <a:shade val="94000"/>
                          <a:lumMod val="9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0800" dist="381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spl'!$A$21:$A$37</c15:sqref>
                        </c15:formulaRef>
                      </c:ext>
                    </c:extLst>
                    <c:strCache>
                      <c:ptCount val="17"/>
                      <c:pt idx="0">
                        <c:v>Total</c:v>
                      </c:pt>
                      <c:pt idx="1">
                        <c:v>September</c:v>
                      </c:pt>
                      <c:pt idx="2">
                        <c:v>Q4 Total</c:v>
                      </c:pt>
                      <c:pt idx="3">
                        <c:v>Q3 Total</c:v>
                      </c:pt>
                      <c:pt idx="4">
                        <c:v>Q2 Total</c:v>
                      </c:pt>
                      <c:pt idx="5">
                        <c:v>Q1 Total</c:v>
                      </c:pt>
                      <c:pt idx="6">
                        <c:v>October</c:v>
                      </c:pt>
                      <c:pt idx="7">
                        <c:v>November</c:v>
                      </c:pt>
                      <c:pt idx="8">
                        <c:v>May</c:v>
                      </c:pt>
                      <c:pt idx="9">
                        <c:v>March</c:v>
                      </c:pt>
                      <c:pt idx="10">
                        <c:v>June</c:v>
                      </c:pt>
                      <c:pt idx="11">
                        <c:v>July</c:v>
                      </c:pt>
                      <c:pt idx="12">
                        <c:v>January</c:v>
                      </c:pt>
                      <c:pt idx="13">
                        <c:v>February</c:v>
                      </c:pt>
                      <c:pt idx="14">
                        <c:v>December</c:v>
                      </c:pt>
                      <c:pt idx="15">
                        <c:v>August</c:v>
                      </c:pt>
                      <c:pt idx="16">
                        <c:v>April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spl'!$G$21:$G$37</c15:sqref>
                        </c15:formulaRef>
                      </c:ext>
                    </c:extLst>
                    <c:numCache>
                      <c:formatCode>General</c:formatCode>
                      <c:ptCount val="17"/>
                      <c:pt idx="0">
                        <c:v>100</c:v>
                      </c:pt>
                      <c:pt idx="1">
                        <c:v>12.05</c:v>
                      </c:pt>
                      <c:pt idx="2">
                        <c:v>19.27</c:v>
                      </c:pt>
                      <c:pt idx="3">
                        <c:v>38.229999999999997</c:v>
                      </c:pt>
                      <c:pt idx="4">
                        <c:v>31.43</c:v>
                      </c:pt>
                      <c:pt idx="5">
                        <c:v>11.06</c:v>
                      </c:pt>
                      <c:pt idx="6">
                        <c:v>10.89</c:v>
                      </c:pt>
                      <c:pt idx="7">
                        <c:v>6.01</c:v>
                      </c:pt>
                      <c:pt idx="8">
                        <c:v>11.02</c:v>
                      </c:pt>
                      <c:pt idx="9">
                        <c:v>5.34</c:v>
                      </c:pt>
                      <c:pt idx="10">
                        <c:v>12.85</c:v>
                      </c:pt>
                      <c:pt idx="11">
                        <c:v>12.87</c:v>
                      </c:pt>
                      <c:pt idx="12">
                        <c:v>2.3199999999999998</c:v>
                      </c:pt>
                      <c:pt idx="13">
                        <c:v>3.4</c:v>
                      </c:pt>
                      <c:pt idx="14">
                        <c:v>2.37</c:v>
                      </c:pt>
                      <c:pt idx="15">
                        <c:v>13.32</c:v>
                      </c:pt>
                      <c:pt idx="16">
                        <c:v>7.56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4DC5-4C4C-ACD6-D996EAC7B62B}"/>
                  </c:ext>
                </c:extLst>
              </c15:ser>
            </c15:filteredBarSeries>
          </c:ext>
        </c:extLst>
      </c:barChart>
      <c:catAx>
        <c:axId val="2241413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4130799"/>
        <c:crosses val="autoZero"/>
        <c:auto val="1"/>
        <c:lblAlgn val="ctr"/>
        <c:lblOffset val="100"/>
        <c:noMultiLvlLbl val="0"/>
      </c:catAx>
      <c:valAx>
        <c:axId val="224130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41413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trips</a:t>
            </a:r>
            <a:r>
              <a:rPr lang="en-US" baseline="0"/>
              <a:t> by rider type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'2  Monthly casual vs member spl'!$C$1</c:f>
              <c:strCache>
                <c:ptCount val="1"/>
                <c:pt idx="0">
                  <c:v>Casual Trips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'2  Monthly casual vs member spl'!$A$2:$A$13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'2  Monthly casual vs member spl'!$C$2:$C$13</c:f>
              <c:numCache>
                <c:formatCode>General</c:formatCode>
                <c:ptCount val="12"/>
                <c:pt idx="0">
                  <c:v>24654</c:v>
                </c:pt>
                <c:pt idx="1">
                  <c:v>41085</c:v>
                </c:pt>
                <c:pt idx="2">
                  <c:v>87620</c:v>
                </c:pt>
                <c:pt idx="3">
                  <c:v>131230</c:v>
                </c:pt>
                <c:pt idx="4">
                  <c:v>244643</c:v>
                </c:pt>
                <c:pt idx="5">
                  <c:v>307869</c:v>
                </c:pt>
                <c:pt idx="6">
                  <c:v>322502</c:v>
                </c:pt>
                <c:pt idx="7">
                  <c:v>337258</c:v>
                </c:pt>
                <c:pt idx="8">
                  <c:v>264773</c:v>
                </c:pt>
                <c:pt idx="9">
                  <c:v>223579</c:v>
                </c:pt>
                <c:pt idx="10">
                  <c:v>98850</c:v>
                </c:pt>
                <c:pt idx="11">
                  <c:v>28005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B0-47A4-B81F-1AFC1D719B49}"/>
            </c:ext>
          </c:extLst>
        </c:ser>
        <c:ser>
          <c:idx val="3"/>
          <c:order val="3"/>
          <c:tx>
            <c:strRef>
              <c:f>'2  Monthly casual vs member spl'!$E$1</c:f>
              <c:strCache>
                <c:ptCount val="1"/>
                <c:pt idx="0">
                  <c:v>Annual member trips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'2  Monthly casual vs member spl'!$A$2:$A$13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'2  Monthly casual vs member spl'!$E$2:$E$13</c:f>
              <c:numCache>
                <c:formatCode>General</c:formatCode>
                <c:ptCount val="12"/>
                <c:pt idx="0">
                  <c:v>112930</c:v>
                </c:pt>
                <c:pt idx="1">
                  <c:v>160242</c:v>
                </c:pt>
                <c:pt idx="2">
                  <c:v>229115</c:v>
                </c:pt>
                <c:pt idx="3">
                  <c:v>316689</c:v>
                </c:pt>
                <c:pt idx="4">
                  <c:v>408503</c:v>
                </c:pt>
                <c:pt idx="5">
                  <c:v>454004</c:v>
                </c:pt>
                <c:pt idx="6">
                  <c:v>439975</c:v>
                </c:pt>
                <c:pt idx="7">
                  <c:v>452352</c:v>
                </c:pt>
                <c:pt idx="8">
                  <c:v>449200</c:v>
                </c:pt>
                <c:pt idx="9">
                  <c:v>421926</c:v>
                </c:pt>
                <c:pt idx="10">
                  <c:v>257291</c:v>
                </c:pt>
                <c:pt idx="11">
                  <c:v>112418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B0-47A4-B81F-1AFC1D719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5639744"/>
        <c:axId val="895641184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'2  Monthly casual vs member spl'!$B$1</c15:sqref>
                        </c15:formulaRef>
                      </c:ext>
                    </c:extLst>
                    <c:strCache>
                      <c:ptCount val="1"/>
                      <c:pt idx="0">
                        <c:v>Casual rider trips (thousands)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cat>
                  <c:strRef>
                    <c:extLst>
                      <c:ext uri="{02D57815-91ED-43cb-92C2-25804820EDAC}">
                        <c15:formulaRef>
                          <c15:sqref>'2  Monthly casual vs member spl'!$A$2:$A$13</c15:sqref>
                        </c15:formulaRef>
                      </c:ext>
                    </c:extLst>
                    <c:strCache>
                      <c:ptCount val="12"/>
                      <c:pt idx="0">
                        <c:v>January</c:v>
                      </c:pt>
                      <c:pt idx="1">
                        <c:v>February</c:v>
                      </c:pt>
                      <c:pt idx="2">
                        <c:v>March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June</c:v>
                      </c:pt>
                      <c:pt idx="6">
                        <c:v>July</c:v>
                      </c:pt>
                      <c:pt idx="7">
                        <c:v>August</c:v>
                      </c:pt>
                      <c:pt idx="8">
                        <c:v>September</c:v>
                      </c:pt>
                      <c:pt idx="9">
                        <c:v>October</c:v>
                      </c:pt>
                      <c:pt idx="10">
                        <c:v>November</c:v>
                      </c:pt>
                      <c:pt idx="11">
                        <c:v>December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'2  Monthly casual vs member spl'!$B$2:$B$13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24.654</c:v>
                      </c:pt>
                      <c:pt idx="1">
                        <c:v>41.085000000000001</c:v>
                      </c:pt>
                      <c:pt idx="2">
                        <c:v>87.62</c:v>
                      </c:pt>
                      <c:pt idx="3">
                        <c:v>131.22999999999999</c:v>
                      </c:pt>
                      <c:pt idx="4">
                        <c:v>244.643</c:v>
                      </c:pt>
                      <c:pt idx="5">
                        <c:v>307.86900000000003</c:v>
                      </c:pt>
                      <c:pt idx="6">
                        <c:v>322.50200000000001</c:v>
                      </c:pt>
                      <c:pt idx="7">
                        <c:v>337.25799999999998</c:v>
                      </c:pt>
                      <c:pt idx="8">
                        <c:v>264.77300000000002</c:v>
                      </c:pt>
                      <c:pt idx="9">
                        <c:v>223.57900000000001</c:v>
                      </c:pt>
                      <c:pt idx="10">
                        <c:v>98.85</c:v>
                      </c:pt>
                      <c:pt idx="11">
                        <c:v>28.004999999999999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4BB0-47A4-B81F-1AFC1D719B49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spl'!$D$1</c15:sqref>
                        </c15:formulaRef>
                      </c:ext>
                    </c:extLst>
                    <c:strCache>
                      <c:ptCount val="1"/>
                      <c:pt idx="0">
                        <c:v>Annual member trips (thousands)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spl'!$A$2:$A$13</c15:sqref>
                        </c15:formulaRef>
                      </c:ext>
                    </c:extLst>
                    <c:strCache>
                      <c:ptCount val="12"/>
                      <c:pt idx="0">
                        <c:v>January</c:v>
                      </c:pt>
                      <c:pt idx="1">
                        <c:v>February</c:v>
                      </c:pt>
                      <c:pt idx="2">
                        <c:v>March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June</c:v>
                      </c:pt>
                      <c:pt idx="6">
                        <c:v>July</c:v>
                      </c:pt>
                      <c:pt idx="7">
                        <c:v>August</c:v>
                      </c:pt>
                      <c:pt idx="8">
                        <c:v>September</c:v>
                      </c:pt>
                      <c:pt idx="9">
                        <c:v>October</c:v>
                      </c:pt>
                      <c:pt idx="10">
                        <c:v>November</c:v>
                      </c:pt>
                      <c:pt idx="11">
                        <c:v>December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spl'!$D$2:$D$13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112.93</c:v>
                      </c:pt>
                      <c:pt idx="1">
                        <c:v>160.24199999999999</c:v>
                      </c:pt>
                      <c:pt idx="2">
                        <c:v>229.11500000000001</c:v>
                      </c:pt>
                      <c:pt idx="3">
                        <c:v>316.68900000000002</c:v>
                      </c:pt>
                      <c:pt idx="4">
                        <c:v>408.50299999999999</c:v>
                      </c:pt>
                      <c:pt idx="5">
                        <c:v>454.00400000000002</c:v>
                      </c:pt>
                      <c:pt idx="6">
                        <c:v>439.97500000000002</c:v>
                      </c:pt>
                      <c:pt idx="7">
                        <c:v>452.35199999999998</c:v>
                      </c:pt>
                      <c:pt idx="8">
                        <c:v>449.2</c:v>
                      </c:pt>
                      <c:pt idx="9">
                        <c:v>421.92599999999999</c:v>
                      </c:pt>
                      <c:pt idx="10">
                        <c:v>257.291</c:v>
                      </c:pt>
                      <c:pt idx="11">
                        <c:v>112.41800000000001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BB0-47A4-B81F-1AFC1D719B49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spl'!$F$1</c15:sqref>
                        </c15:formulaRef>
                      </c:ext>
                    </c:extLst>
                    <c:strCache>
                      <c:ptCount val="1"/>
                      <c:pt idx="0">
                        <c:v>Total Trips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spl'!$A$2:$A$13</c15:sqref>
                        </c15:formulaRef>
                      </c:ext>
                    </c:extLst>
                    <c:strCache>
                      <c:ptCount val="12"/>
                      <c:pt idx="0">
                        <c:v>January</c:v>
                      </c:pt>
                      <c:pt idx="1">
                        <c:v>February</c:v>
                      </c:pt>
                      <c:pt idx="2">
                        <c:v>March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June</c:v>
                      </c:pt>
                      <c:pt idx="6">
                        <c:v>July</c:v>
                      </c:pt>
                      <c:pt idx="7">
                        <c:v>August</c:v>
                      </c:pt>
                      <c:pt idx="8">
                        <c:v>September</c:v>
                      </c:pt>
                      <c:pt idx="9">
                        <c:v>October</c:v>
                      </c:pt>
                      <c:pt idx="10">
                        <c:v>November</c:v>
                      </c:pt>
                      <c:pt idx="11">
                        <c:v>December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spl'!$F$2:$F$13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137584</c:v>
                      </c:pt>
                      <c:pt idx="1">
                        <c:v>201327</c:v>
                      </c:pt>
                      <c:pt idx="2">
                        <c:v>316735</c:v>
                      </c:pt>
                      <c:pt idx="3">
                        <c:v>447919</c:v>
                      </c:pt>
                      <c:pt idx="4">
                        <c:v>653146</c:v>
                      </c:pt>
                      <c:pt idx="5">
                        <c:v>761873</c:v>
                      </c:pt>
                      <c:pt idx="6">
                        <c:v>762477</c:v>
                      </c:pt>
                      <c:pt idx="7">
                        <c:v>789610</c:v>
                      </c:pt>
                      <c:pt idx="8">
                        <c:v>713973</c:v>
                      </c:pt>
                      <c:pt idx="9">
                        <c:v>645505</c:v>
                      </c:pt>
                      <c:pt idx="10">
                        <c:v>356141</c:v>
                      </c:pt>
                      <c:pt idx="11">
                        <c:v>140423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4BB0-47A4-B81F-1AFC1D719B49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spl'!$G$1</c15:sqref>
                        </c15:formulaRef>
                      </c:ext>
                    </c:extLst>
                    <c:strCache>
                      <c:ptCount val="1"/>
                      <c:pt idx="0">
                        <c:v>Casual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/>
                    </a:solidFill>
                    <a:ln w="9525">
                      <a:solidFill>
                        <a:schemeClr val="accent6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spl'!$A$2:$A$13</c15:sqref>
                        </c15:formulaRef>
                      </c:ext>
                    </c:extLst>
                    <c:strCache>
                      <c:ptCount val="12"/>
                      <c:pt idx="0">
                        <c:v>January</c:v>
                      </c:pt>
                      <c:pt idx="1">
                        <c:v>February</c:v>
                      </c:pt>
                      <c:pt idx="2">
                        <c:v>March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June</c:v>
                      </c:pt>
                      <c:pt idx="6">
                        <c:v>July</c:v>
                      </c:pt>
                      <c:pt idx="7">
                        <c:v>August</c:v>
                      </c:pt>
                      <c:pt idx="8">
                        <c:v>September</c:v>
                      </c:pt>
                      <c:pt idx="9">
                        <c:v>October</c:v>
                      </c:pt>
                      <c:pt idx="10">
                        <c:v>November</c:v>
                      </c:pt>
                      <c:pt idx="11">
                        <c:v>December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spl'!$G$2:$G$13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17.920000000000002</c:v>
                      </c:pt>
                      <c:pt idx="1">
                        <c:v>20.41</c:v>
                      </c:pt>
                      <c:pt idx="2">
                        <c:v>27.66</c:v>
                      </c:pt>
                      <c:pt idx="3">
                        <c:v>29.3</c:v>
                      </c:pt>
                      <c:pt idx="4">
                        <c:v>37.46</c:v>
                      </c:pt>
                      <c:pt idx="5">
                        <c:v>40.409999999999997</c:v>
                      </c:pt>
                      <c:pt idx="6">
                        <c:v>42.3</c:v>
                      </c:pt>
                      <c:pt idx="7">
                        <c:v>42.71</c:v>
                      </c:pt>
                      <c:pt idx="8">
                        <c:v>37.08</c:v>
                      </c:pt>
                      <c:pt idx="9">
                        <c:v>34.64</c:v>
                      </c:pt>
                      <c:pt idx="10">
                        <c:v>27.76</c:v>
                      </c:pt>
                      <c:pt idx="11">
                        <c:v>19.940000000000001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4BB0-47A4-B81F-1AFC1D719B49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spl'!$H$1</c15:sqref>
                        </c15:formulaRef>
                      </c:ext>
                    </c:extLst>
                    <c:strCache>
                      <c:ptCount val="1"/>
                      <c:pt idx="0">
                        <c:v>Member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>
                        <a:lumMod val="60000"/>
                      </a:schemeClr>
                    </a:solidFill>
                    <a:ln w="9525">
                      <a:solidFill>
                        <a:schemeClr val="accent1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spl'!$A$2:$A$13</c15:sqref>
                        </c15:formulaRef>
                      </c:ext>
                    </c:extLst>
                    <c:strCache>
                      <c:ptCount val="12"/>
                      <c:pt idx="0">
                        <c:v>January</c:v>
                      </c:pt>
                      <c:pt idx="1">
                        <c:v>February</c:v>
                      </c:pt>
                      <c:pt idx="2">
                        <c:v>March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June</c:v>
                      </c:pt>
                      <c:pt idx="6">
                        <c:v>July</c:v>
                      </c:pt>
                      <c:pt idx="7">
                        <c:v>August</c:v>
                      </c:pt>
                      <c:pt idx="8">
                        <c:v>September</c:v>
                      </c:pt>
                      <c:pt idx="9">
                        <c:v>October</c:v>
                      </c:pt>
                      <c:pt idx="10">
                        <c:v>November</c:v>
                      </c:pt>
                      <c:pt idx="11">
                        <c:v>December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spl'!$H$2:$H$13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82.08</c:v>
                      </c:pt>
                      <c:pt idx="1">
                        <c:v>79.59</c:v>
                      </c:pt>
                      <c:pt idx="2">
                        <c:v>72.34</c:v>
                      </c:pt>
                      <c:pt idx="3">
                        <c:v>70.7</c:v>
                      </c:pt>
                      <c:pt idx="4">
                        <c:v>62.54</c:v>
                      </c:pt>
                      <c:pt idx="5">
                        <c:v>59.59</c:v>
                      </c:pt>
                      <c:pt idx="6">
                        <c:v>57.7</c:v>
                      </c:pt>
                      <c:pt idx="7">
                        <c:v>57.29</c:v>
                      </c:pt>
                      <c:pt idx="8">
                        <c:v>62.92</c:v>
                      </c:pt>
                      <c:pt idx="9">
                        <c:v>65.36</c:v>
                      </c:pt>
                      <c:pt idx="10">
                        <c:v>72.239999999999995</c:v>
                      </c:pt>
                      <c:pt idx="11">
                        <c:v>80.06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4BB0-47A4-B81F-1AFC1D719B49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spl'!$I$1</c15:sqref>
                        </c15:formulaRef>
                      </c:ext>
                    </c:extLst>
                    <c:strCache>
                      <c:ptCount val="1"/>
                      <c:pt idx="0">
                        <c:v>Annual contribution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>
                        <a:lumMod val="60000"/>
                      </a:schemeClr>
                    </a:solidFill>
                    <a:ln w="9525">
                      <a:solidFill>
                        <a:schemeClr val="accent2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spl'!$A$2:$A$13</c15:sqref>
                        </c15:formulaRef>
                      </c:ext>
                    </c:extLst>
                    <c:strCache>
                      <c:ptCount val="12"/>
                      <c:pt idx="0">
                        <c:v>January</c:v>
                      </c:pt>
                      <c:pt idx="1">
                        <c:v>February</c:v>
                      </c:pt>
                      <c:pt idx="2">
                        <c:v>March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June</c:v>
                      </c:pt>
                      <c:pt idx="6">
                        <c:v>July</c:v>
                      </c:pt>
                      <c:pt idx="7">
                        <c:v>August</c:v>
                      </c:pt>
                      <c:pt idx="8">
                        <c:v>September</c:v>
                      </c:pt>
                      <c:pt idx="9">
                        <c:v>October</c:v>
                      </c:pt>
                      <c:pt idx="10">
                        <c:v>November</c:v>
                      </c:pt>
                      <c:pt idx="11">
                        <c:v>December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'2  Monthly casual vs member spl'!$I$2:$I$13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2.3199999999999998</c:v>
                      </c:pt>
                      <c:pt idx="1">
                        <c:v>3.4</c:v>
                      </c:pt>
                      <c:pt idx="2">
                        <c:v>5.34</c:v>
                      </c:pt>
                      <c:pt idx="3">
                        <c:v>7.56</c:v>
                      </c:pt>
                      <c:pt idx="4">
                        <c:v>11.02</c:v>
                      </c:pt>
                      <c:pt idx="5">
                        <c:v>12.85</c:v>
                      </c:pt>
                      <c:pt idx="6">
                        <c:v>12.87</c:v>
                      </c:pt>
                      <c:pt idx="7">
                        <c:v>13.32</c:v>
                      </c:pt>
                      <c:pt idx="8">
                        <c:v>12.05</c:v>
                      </c:pt>
                      <c:pt idx="9">
                        <c:v>10.89</c:v>
                      </c:pt>
                      <c:pt idx="10">
                        <c:v>6.01</c:v>
                      </c:pt>
                      <c:pt idx="11">
                        <c:v>2.37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4BB0-47A4-B81F-1AFC1D719B49}"/>
                  </c:ext>
                </c:extLst>
              </c15:ser>
            </c15:filteredLineSeries>
          </c:ext>
        </c:extLst>
      </c:lineChart>
      <c:catAx>
        <c:axId val="895639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641184"/>
        <c:crosses val="autoZero"/>
        <c:auto val="1"/>
        <c:lblAlgn val="ctr"/>
        <c:lblOffset val="100"/>
        <c:noMultiLvlLbl val="0"/>
      </c:catAx>
      <c:valAx>
        <c:axId val="895641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639744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Classic vs. Electric bike proportion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'3  Rideable type'!$B$1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'3  Rideable type'!$A$2:$A$3</c:f>
              <c:strCache>
                <c:ptCount val="2"/>
                <c:pt idx="0">
                  <c:v>classic_bike</c:v>
                </c:pt>
                <c:pt idx="1">
                  <c:v>electric_bike</c:v>
                </c:pt>
              </c:strCache>
            </c:strRef>
          </c:cat>
          <c:val>
            <c:numRef>
              <c:f>'3  Rideable type'!$B$2:$B$3</c:f>
              <c:numCache>
                <c:formatCode>#,##0</c:formatCode>
                <c:ptCount val="2"/>
                <c:pt idx="0">
                  <c:v>630367</c:v>
                </c:pt>
                <c:pt idx="1">
                  <c:v>1481701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27-4691-B410-669B87C246A1}"/>
            </c:ext>
          </c:extLst>
        </c:ser>
        <c:ser>
          <c:idx val="1"/>
          <c:order val="1"/>
          <c:tx>
            <c:strRef>
              <c:f>'3  Rideable type'!$C$1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'3  Rideable type'!$A$2:$A$3</c:f>
              <c:strCache>
                <c:ptCount val="2"/>
                <c:pt idx="0">
                  <c:v>classic_bike</c:v>
                </c:pt>
                <c:pt idx="1">
                  <c:v>electric_bike</c:v>
                </c:pt>
              </c:strCache>
            </c:strRef>
          </c:cat>
          <c:val>
            <c:numRef>
              <c:f>'3  Rideable type'!$C$2:$C$3</c:f>
              <c:numCache>
                <c:formatCode>General</c:formatCode>
                <c:ptCount val="2"/>
                <c:pt idx="0">
                  <c:v>29.85</c:v>
                </c:pt>
                <c:pt idx="1">
                  <c:v>70.150000000000006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27-4691-B410-669B87C246A1}"/>
            </c:ext>
          </c:extLst>
        </c:ser>
        <c:ser>
          <c:idx val="2"/>
          <c:order val="2"/>
          <c:tx>
            <c:strRef>
              <c:f>'3  Rideable type'!$D$1</c:f>
              <c:strCache>
                <c:ptCount val="1"/>
                <c:pt idx="0">
                  <c:v>Column4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5B-44B9-A826-CD671466543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E5B-44B9-A826-CD6714665433}"/>
              </c:ext>
            </c:extLst>
          </c:dPt>
          <c:cat>
            <c:strRef>
              <c:f>'3  Rideable type'!$A$2:$A$3</c:f>
              <c:strCache>
                <c:ptCount val="2"/>
                <c:pt idx="0">
                  <c:v>classic_bike</c:v>
                </c:pt>
                <c:pt idx="1">
                  <c:v>electric_bike</c:v>
                </c:pt>
              </c:strCache>
            </c:strRef>
          </c:cat>
          <c:val>
            <c:numRef>
              <c:f>'3  Rideable type'!$D$2:$D$3</c:f>
              <c:numCache>
                <c:formatCode>#,##0</c:formatCode>
                <c:ptCount val="2"/>
                <c:pt idx="0">
                  <c:v>1283887</c:v>
                </c:pt>
                <c:pt idx="1">
                  <c:v>2530758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27-4691-B410-669B87C246A1}"/>
            </c:ext>
          </c:extLst>
        </c:ser>
        <c:ser>
          <c:idx val="3"/>
          <c:order val="3"/>
          <c:tx>
            <c:strRef>
              <c:f>'3  Rideable type'!$E$1</c:f>
              <c:strCache>
                <c:ptCount val="1"/>
                <c:pt idx="0">
                  <c:v>Column5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'3  Rideable type'!$A$2:$A$3</c:f>
              <c:strCache>
                <c:ptCount val="2"/>
                <c:pt idx="0">
                  <c:v>classic_bike</c:v>
                </c:pt>
                <c:pt idx="1">
                  <c:v>electric_bike</c:v>
                </c:pt>
              </c:strCache>
            </c:strRef>
          </c:cat>
          <c:val>
            <c:numRef>
              <c:f>'3  Rideable type'!$E$2:$E$3</c:f>
              <c:numCache>
                <c:formatCode>General</c:formatCode>
                <c:ptCount val="2"/>
                <c:pt idx="0">
                  <c:v>33.659999999999997</c:v>
                </c:pt>
                <c:pt idx="1">
                  <c:v>66.34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27-4691-B410-669B87C246A1}"/>
            </c:ext>
          </c:extLst>
        </c:ser>
        <c:ser>
          <c:idx val="4"/>
          <c:order val="4"/>
          <c:tx>
            <c:strRef>
              <c:f>'3  Rideable type'!$F$1</c:f>
              <c:strCache>
                <c:ptCount val="1"/>
                <c:pt idx="0">
                  <c:v>Column6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'3  Rideable type'!$A$2:$A$3</c:f>
              <c:strCache>
                <c:ptCount val="2"/>
                <c:pt idx="0">
                  <c:v>classic_bike</c:v>
                </c:pt>
                <c:pt idx="1">
                  <c:v>electric_bike</c:v>
                </c:pt>
              </c:strCache>
            </c:strRef>
          </c:cat>
          <c:val>
            <c:numRef>
              <c:f>'3  Rideable type'!$F$2:$F$3</c:f>
              <c:numCache>
                <c:formatCode>General</c:formatCode>
                <c:ptCount val="2"/>
                <c:pt idx="0">
                  <c:v>1914254</c:v>
                </c:pt>
                <c:pt idx="1">
                  <c:v>4012459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27-4691-B410-669B87C246A1}"/>
            </c:ext>
          </c:extLst>
        </c:ser>
        <c:ser>
          <c:idx val="5"/>
          <c:order val="5"/>
          <c:tx>
            <c:strRef>
              <c:f>'3  Rideable type'!$G$1</c:f>
              <c:strCache>
                <c:ptCount val="1"/>
                <c:pt idx="0">
                  <c:v>Column7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'3  Rideable type'!$A$2:$A$3</c:f>
              <c:strCache>
                <c:ptCount val="2"/>
                <c:pt idx="0">
                  <c:v>classic_bike</c:v>
                </c:pt>
                <c:pt idx="1">
                  <c:v>electric_bike</c:v>
                </c:pt>
              </c:strCache>
            </c:strRef>
          </c:cat>
          <c:val>
            <c:numRef>
              <c:f>'3  Rideable type'!$G$2:$G$3</c:f>
              <c:numCache>
                <c:formatCode>General</c:formatCode>
                <c:ptCount val="2"/>
                <c:pt idx="0">
                  <c:v>32.299999999999997</c:v>
                </c:pt>
                <c:pt idx="1">
                  <c:v>67.7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927-4691-B410-669B87C246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09950688"/>
        <c:axId val="1609950208"/>
      </c:barChart>
      <c:catAx>
        <c:axId val="16099506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9950208"/>
        <c:crosses val="autoZero"/>
        <c:auto val="1"/>
        <c:lblAlgn val="ctr"/>
        <c:lblOffset val="100"/>
        <c:noMultiLvlLbl val="0"/>
      </c:catAx>
      <c:valAx>
        <c:axId val="1609950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9950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trips by rider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'4  Daily analysis'!$B$1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'4  Daily analysis'!$A$2:$A$8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  <c:extLst/>
            </c:strRef>
          </c:cat>
          <c:val>
            <c:numRef>
              <c:f>'4  Daily analysis'!$B$2:$B$8</c:f>
              <c:numCache>
                <c:formatCode>General</c:formatCode>
                <c:ptCount val="7"/>
                <c:pt idx="0">
                  <c:v>245285</c:v>
                </c:pt>
                <c:pt idx="1">
                  <c:v>244495</c:v>
                </c:pt>
                <c:pt idx="2">
                  <c:v>235037</c:v>
                </c:pt>
                <c:pt idx="3">
                  <c:v>264030</c:v>
                </c:pt>
                <c:pt idx="4">
                  <c:v>330715</c:v>
                </c:pt>
                <c:pt idx="5">
                  <c:v>445361</c:v>
                </c:pt>
                <c:pt idx="6">
                  <c:v>347145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3203-4C70-8B3F-1AE7B37FB2CF}"/>
            </c:ext>
          </c:extLst>
        </c:ser>
        <c:ser>
          <c:idx val="3"/>
          <c:order val="3"/>
          <c:tx>
            <c:strRef>
              <c:f>'4  Daily analysis'!$E$1</c:f>
              <c:strCache>
                <c:ptCount val="1"/>
                <c:pt idx="0">
                  <c:v>Column5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'4  Daily analysis'!$A$2:$A$8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  <c:extLst/>
            </c:strRef>
          </c:cat>
          <c:val>
            <c:numRef>
              <c:f>'4  Daily analysis'!$E$2:$E$8</c:f>
              <c:numCache>
                <c:formatCode>General</c:formatCode>
                <c:ptCount val="7"/>
                <c:pt idx="0">
                  <c:v>535530</c:v>
                </c:pt>
                <c:pt idx="1">
                  <c:v>618670</c:v>
                </c:pt>
                <c:pt idx="2">
                  <c:v>602445</c:v>
                </c:pt>
                <c:pt idx="3">
                  <c:v>608936</c:v>
                </c:pt>
                <c:pt idx="4">
                  <c:v>559810</c:v>
                </c:pt>
                <c:pt idx="5">
                  <c:v>483432</c:v>
                </c:pt>
                <c:pt idx="6">
                  <c:v>405822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3203-4C70-8B3F-1AE7B37FB2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30108495"/>
        <c:axId val="330103215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'4  Daily analysis'!$C$1</c15:sqref>
                        </c15:formulaRef>
                      </c:ext>
                    </c:extLst>
                    <c:strCache>
                      <c:ptCount val="1"/>
                      <c:pt idx="0">
                        <c:v>Column3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'4  Daily analysis'!$A$2:$A$8</c15:sqref>
                        </c15:formulaRef>
                      </c:ext>
                    </c:extLst>
                    <c:strCache>
                      <c:ptCount val="7"/>
                      <c:pt idx="0">
                        <c:v>Monday</c:v>
                      </c:pt>
                      <c:pt idx="1">
                        <c:v>Tuesday</c:v>
                      </c:pt>
                      <c:pt idx="2">
                        <c:v>Wednesday</c:v>
                      </c:pt>
                      <c:pt idx="3">
                        <c:v>Thursday</c:v>
                      </c:pt>
                      <c:pt idx="4">
                        <c:v>Friday</c:v>
                      </c:pt>
                      <c:pt idx="5">
                        <c:v>Saturday</c:v>
                      </c:pt>
                      <c:pt idx="6">
                        <c:v>Sunday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'4  Daily analysis'!$C$2:$C$8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31.41</c:v>
                      </c:pt>
                      <c:pt idx="1">
                        <c:v>28.33</c:v>
                      </c:pt>
                      <c:pt idx="2">
                        <c:v>28.06</c:v>
                      </c:pt>
                      <c:pt idx="3">
                        <c:v>30.25</c:v>
                      </c:pt>
                      <c:pt idx="4">
                        <c:v>37.14</c:v>
                      </c:pt>
                      <c:pt idx="5">
                        <c:v>47.95</c:v>
                      </c:pt>
                      <c:pt idx="6">
                        <c:v>46.1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203-4C70-8B3F-1AE7B37FB2CF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analysis'!$D$1</c15:sqref>
                        </c15:formulaRef>
                      </c:ext>
                    </c:extLst>
                    <c:strCache>
                      <c:ptCount val="1"/>
                      <c:pt idx="0">
                        <c:v>Column4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analysis'!$A$2:$A$8</c15:sqref>
                        </c15:formulaRef>
                      </c:ext>
                    </c:extLst>
                    <c:strCache>
                      <c:ptCount val="7"/>
                      <c:pt idx="0">
                        <c:v>Monday</c:v>
                      </c:pt>
                      <c:pt idx="1">
                        <c:v>Tuesday</c:v>
                      </c:pt>
                      <c:pt idx="2">
                        <c:v>Wednesday</c:v>
                      </c:pt>
                      <c:pt idx="3">
                        <c:v>Thursday</c:v>
                      </c:pt>
                      <c:pt idx="4">
                        <c:v>Friday</c:v>
                      </c:pt>
                      <c:pt idx="5">
                        <c:v>Saturday</c:v>
                      </c:pt>
                      <c:pt idx="6">
                        <c:v>Sunday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analysis'!$D$2:$D$8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11.61</c:v>
                      </c:pt>
                      <c:pt idx="1">
                        <c:v>11.58</c:v>
                      </c:pt>
                      <c:pt idx="2">
                        <c:v>11.13</c:v>
                      </c:pt>
                      <c:pt idx="3">
                        <c:v>12.5</c:v>
                      </c:pt>
                      <c:pt idx="4">
                        <c:v>15.66</c:v>
                      </c:pt>
                      <c:pt idx="5">
                        <c:v>21.09</c:v>
                      </c:pt>
                      <c:pt idx="6">
                        <c:v>16.440000000000001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203-4C70-8B3F-1AE7B37FB2CF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analysis'!$F$1</c15:sqref>
                        </c15:formulaRef>
                      </c:ext>
                    </c:extLst>
                    <c:strCache>
                      <c:ptCount val="1"/>
                      <c:pt idx="0">
                        <c:v>Column6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analysis'!$A$2:$A$8</c15:sqref>
                        </c15:formulaRef>
                      </c:ext>
                    </c:extLst>
                    <c:strCache>
                      <c:ptCount val="7"/>
                      <c:pt idx="0">
                        <c:v>Monday</c:v>
                      </c:pt>
                      <c:pt idx="1">
                        <c:v>Tuesday</c:v>
                      </c:pt>
                      <c:pt idx="2">
                        <c:v>Wednesday</c:v>
                      </c:pt>
                      <c:pt idx="3">
                        <c:v>Thursday</c:v>
                      </c:pt>
                      <c:pt idx="4">
                        <c:v>Friday</c:v>
                      </c:pt>
                      <c:pt idx="5">
                        <c:v>Saturday</c:v>
                      </c:pt>
                      <c:pt idx="6">
                        <c:v>Sunday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analysis'!$F$2:$F$8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68.59</c:v>
                      </c:pt>
                      <c:pt idx="1">
                        <c:v>71.67</c:v>
                      </c:pt>
                      <c:pt idx="2">
                        <c:v>71.94</c:v>
                      </c:pt>
                      <c:pt idx="3">
                        <c:v>69.75</c:v>
                      </c:pt>
                      <c:pt idx="4">
                        <c:v>62.86</c:v>
                      </c:pt>
                      <c:pt idx="5">
                        <c:v>52.05</c:v>
                      </c:pt>
                      <c:pt idx="6">
                        <c:v>53.9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203-4C70-8B3F-1AE7B37FB2CF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analysis'!$G$1</c15:sqref>
                        </c15:formulaRef>
                      </c:ext>
                    </c:extLst>
                    <c:strCache>
                      <c:ptCount val="1"/>
                      <c:pt idx="0">
                        <c:v>Column7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analysis'!$A$2:$A$8</c15:sqref>
                        </c15:formulaRef>
                      </c:ext>
                    </c:extLst>
                    <c:strCache>
                      <c:ptCount val="7"/>
                      <c:pt idx="0">
                        <c:v>Monday</c:v>
                      </c:pt>
                      <c:pt idx="1">
                        <c:v>Tuesday</c:v>
                      </c:pt>
                      <c:pt idx="2">
                        <c:v>Wednesday</c:v>
                      </c:pt>
                      <c:pt idx="3">
                        <c:v>Thursday</c:v>
                      </c:pt>
                      <c:pt idx="4">
                        <c:v>Friday</c:v>
                      </c:pt>
                      <c:pt idx="5">
                        <c:v>Saturday</c:v>
                      </c:pt>
                      <c:pt idx="6">
                        <c:v>Sunday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analysis'!$G$2:$G$8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14.04</c:v>
                      </c:pt>
                      <c:pt idx="1">
                        <c:v>16.22</c:v>
                      </c:pt>
                      <c:pt idx="2">
                        <c:v>15.79</c:v>
                      </c:pt>
                      <c:pt idx="3">
                        <c:v>15.96</c:v>
                      </c:pt>
                      <c:pt idx="4">
                        <c:v>14.68</c:v>
                      </c:pt>
                      <c:pt idx="5">
                        <c:v>12.67</c:v>
                      </c:pt>
                      <c:pt idx="6">
                        <c:v>10.64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3203-4C70-8B3F-1AE7B37FB2CF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analysis'!$H$1</c15:sqref>
                        </c15:formulaRef>
                      </c:ext>
                    </c:extLst>
                    <c:strCache>
                      <c:ptCount val="1"/>
                      <c:pt idx="0">
                        <c:v>Column8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analysis'!$A$2:$A$8</c15:sqref>
                        </c15:formulaRef>
                      </c:ext>
                    </c:extLst>
                    <c:strCache>
                      <c:ptCount val="7"/>
                      <c:pt idx="0">
                        <c:v>Monday</c:v>
                      </c:pt>
                      <c:pt idx="1">
                        <c:v>Tuesday</c:v>
                      </c:pt>
                      <c:pt idx="2">
                        <c:v>Wednesday</c:v>
                      </c:pt>
                      <c:pt idx="3">
                        <c:v>Thursday</c:v>
                      </c:pt>
                      <c:pt idx="4">
                        <c:v>Friday</c:v>
                      </c:pt>
                      <c:pt idx="5">
                        <c:v>Saturday</c:v>
                      </c:pt>
                      <c:pt idx="6">
                        <c:v>Sunday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analysis'!$H$2:$H$8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780815</c:v>
                      </c:pt>
                      <c:pt idx="1">
                        <c:v>863165</c:v>
                      </c:pt>
                      <c:pt idx="2">
                        <c:v>837482</c:v>
                      </c:pt>
                      <c:pt idx="3">
                        <c:v>872966</c:v>
                      </c:pt>
                      <c:pt idx="4">
                        <c:v>890525</c:v>
                      </c:pt>
                      <c:pt idx="5">
                        <c:v>928793</c:v>
                      </c:pt>
                      <c:pt idx="6">
                        <c:v>752967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3203-4C70-8B3F-1AE7B37FB2CF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analysis'!$I$1</c15:sqref>
                        </c15:formulaRef>
                      </c:ext>
                    </c:extLst>
                    <c:strCache>
                      <c:ptCount val="1"/>
                      <c:pt idx="0">
                        <c:v>Column9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analysis'!$A$2:$A$8</c15:sqref>
                        </c15:formulaRef>
                      </c:ext>
                    </c:extLst>
                    <c:strCache>
                      <c:ptCount val="7"/>
                      <c:pt idx="0">
                        <c:v>Monday</c:v>
                      </c:pt>
                      <c:pt idx="1">
                        <c:v>Tuesday</c:v>
                      </c:pt>
                      <c:pt idx="2">
                        <c:v>Wednesday</c:v>
                      </c:pt>
                      <c:pt idx="3">
                        <c:v>Thursday</c:v>
                      </c:pt>
                      <c:pt idx="4">
                        <c:v>Friday</c:v>
                      </c:pt>
                      <c:pt idx="5">
                        <c:v>Saturday</c:v>
                      </c:pt>
                      <c:pt idx="6">
                        <c:v>Sunday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'4  Daily analysis'!$I$2:$I$8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13.17</c:v>
                      </c:pt>
                      <c:pt idx="1">
                        <c:v>14.56</c:v>
                      </c:pt>
                      <c:pt idx="2">
                        <c:v>14.13</c:v>
                      </c:pt>
                      <c:pt idx="3">
                        <c:v>14.73</c:v>
                      </c:pt>
                      <c:pt idx="4">
                        <c:v>15.03</c:v>
                      </c:pt>
                      <c:pt idx="5">
                        <c:v>15.67</c:v>
                      </c:pt>
                      <c:pt idx="6">
                        <c:v>12.7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203-4C70-8B3F-1AE7B37FB2CF}"/>
                  </c:ext>
                </c:extLst>
              </c15:ser>
            </c15:filteredBarSeries>
          </c:ext>
        </c:extLst>
      </c:barChart>
      <c:catAx>
        <c:axId val="330108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103215"/>
        <c:crosses val="autoZero"/>
        <c:auto val="1"/>
        <c:lblAlgn val="ctr"/>
        <c:lblOffset val="100"/>
        <c:noMultiLvlLbl val="0"/>
      </c:catAx>
      <c:valAx>
        <c:axId val="330103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108495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Aptos Narrow" panose="02110004020202020204"/>
              </a:rPr>
              <a:t>Rides by trip duration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'5 Ride duration'!$B$1</c:f>
              <c:strCache>
                <c:ptCount val="1"/>
                <c:pt idx="0">
                  <c:v>Casual rider trips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'5 Ride duration'!$A$2:$A$5</c:f>
              <c:strCache>
                <c:ptCount val="4"/>
                <c:pt idx="0">
                  <c:v>Under 10 mins</c:v>
                </c:pt>
                <c:pt idx="1">
                  <c:v>10-30 mins</c:v>
                </c:pt>
                <c:pt idx="2">
                  <c:v>30-90 mins</c:v>
                </c:pt>
                <c:pt idx="3">
                  <c:v>Over 90 mins</c:v>
                </c:pt>
              </c:strCache>
            </c:strRef>
          </c:cat>
          <c:val>
            <c:numRef>
              <c:f>'5 Ride duration'!$B$2:$B$5</c:f>
              <c:numCache>
                <c:formatCode>General</c:formatCode>
                <c:ptCount val="4"/>
                <c:pt idx="0">
                  <c:v>902570</c:v>
                </c:pt>
                <c:pt idx="1">
                  <c:v>900535</c:v>
                </c:pt>
                <c:pt idx="2">
                  <c:v>269649</c:v>
                </c:pt>
                <c:pt idx="3">
                  <c:v>39314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2-4397-AAB2-F7B0D29F211B}"/>
            </c:ext>
          </c:extLst>
        </c:ser>
        <c:ser>
          <c:idx val="1"/>
          <c:order val="1"/>
          <c:tx>
            <c:strRef>
              <c:f>'5 Ride duration'!$C$1</c:f>
              <c:strCache>
                <c:ptCount val="1"/>
                <c:pt idx="0">
                  <c:v>Annual member trips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'5 Ride duration'!$A$2:$A$5</c:f>
              <c:strCache>
                <c:ptCount val="4"/>
                <c:pt idx="0">
                  <c:v>Under 10 mins</c:v>
                </c:pt>
                <c:pt idx="1">
                  <c:v>10-30 mins</c:v>
                </c:pt>
                <c:pt idx="2">
                  <c:v>30-90 mins</c:v>
                </c:pt>
                <c:pt idx="3">
                  <c:v>Over 90 mins</c:v>
                </c:pt>
              </c:strCache>
            </c:strRef>
          </c:cat>
          <c:val>
            <c:numRef>
              <c:f>'5 Ride duration'!$C$2:$C$5</c:f>
              <c:numCache>
                <c:formatCode>General</c:formatCode>
                <c:ptCount val="4"/>
                <c:pt idx="0">
                  <c:v>2102632</c:v>
                </c:pt>
                <c:pt idx="1">
                  <c:v>1494359</c:v>
                </c:pt>
                <c:pt idx="2">
                  <c:v>206247</c:v>
                </c:pt>
                <c:pt idx="3">
                  <c:v>11407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B2-4397-AAB2-F7B0D29F2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846655"/>
        <c:axId val="339850495"/>
        <c:extLst>
          <c:ext xmlns:c15="http://schemas.microsoft.com/office/drawing/2012/chart" uri="{02D57815-91ED-43cb-92C2-25804820EDAC}">
            <c15:filteredArea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'5 Ride duration'!$D$1</c15:sqref>
                        </c15:formulaRef>
                      </c:ext>
                    </c:extLst>
                    <c:strCache>
                      <c:ptCount val="1"/>
                      <c:pt idx="0">
                        <c:v>Total Trips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'5 Ride duration'!$A$2:$A$5</c15:sqref>
                        </c15:formulaRef>
                      </c:ext>
                    </c:extLst>
                    <c:strCache>
                      <c:ptCount val="4"/>
                      <c:pt idx="0">
                        <c:v>Under 10 mins</c:v>
                      </c:pt>
                      <c:pt idx="1">
                        <c:v>10-30 mins</c:v>
                      </c:pt>
                      <c:pt idx="2">
                        <c:v>30-90 mins</c:v>
                      </c:pt>
                      <c:pt idx="3">
                        <c:v>Over 90 mins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'5 Ride duration'!$D$2:$D$5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3005202</c:v>
                      </c:pt>
                      <c:pt idx="1">
                        <c:v>2394894</c:v>
                      </c:pt>
                      <c:pt idx="2">
                        <c:v>475896</c:v>
                      </c:pt>
                      <c:pt idx="3">
                        <c:v>50721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1CB2-4397-AAB2-F7B0D29F211B}"/>
                  </c:ext>
                </c:extLst>
              </c15:ser>
            </c15:filteredAreaSeries>
            <c15:filteredArea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duration'!$E$1</c15:sqref>
                        </c15:formulaRef>
                      </c:ext>
                    </c:extLst>
                    <c:strCache>
                      <c:ptCount val="1"/>
                      <c:pt idx="0">
                        <c:v>Casual Share (%)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duration'!$A$2:$A$5</c15:sqref>
                        </c15:formulaRef>
                      </c:ext>
                    </c:extLst>
                    <c:strCache>
                      <c:ptCount val="4"/>
                      <c:pt idx="0">
                        <c:v>Under 10 mins</c:v>
                      </c:pt>
                      <c:pt idx="1">
                        <c:v>10-30 mins</c:v>
                      </c:pt>
                      <c:pt idx="2">
                        <c:v>30-90 mins</c:v>
                      </c:pt>
                      <c:pt idx="3">
                        <c:v>Over 90 mins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duration'!$E$2:$E$5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30.03</c:v>
                      </c:pt>
                      <c:pt idx="1">
                        <c:v>37.6</c:v>
                      </c:pt>
                      <c:pt idx="2">
                        <c:v>56.66</c:v>
                      </c:pt>
                      <c:pt idx="3">
                        <c:v>77.510000000000005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CB2-4397-AAB2-F7B0D29F211B}"/>
                  </c:ext>
                </c:extLst>
              </c15:ser>
            </c15:filteredAreaSeries>
            <c15:filteredArea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duration'!$F$1</c15:sqref>
                        </c15:formulaRef>
                      </c:ext>
                    </c:extLst>
                    <c:strCache>
                      <c:ptCount val="1"/>
                      <c:pt idx="0">
                        <c:v>Member Share (%)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duration'!$A$2:$A$5</c15:sqref>
                        </c15:formulaRef>
                      </c:ext>
                    </c:extLst>
                    <c:strCache>
                      <c:ptCount val="4"/>
                      <c:pt idx="0">
                        <c:v>Under 10 mins</c:v>
                      </c:pt>
                      <c:pt idx="1">
                        <c:v>10-30 mins</c:v>
                      </c:pt>
                      <c:pt idx="2">
                        <c:v>30-90 mins</c:v>
                      </c:pt>
                      <c:pt idx="3">
                        <c:v>Over 90 mins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duration'!$F$2:$F$5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69.97</c:v>
                      </c:pt>
                      <c:pt idx="1">
                        <c:v>62.4</c:v>
                      </c:pt>
                      <c:pt idx="2">
                        <c:v>43.34</c:v>
                      </c:pt>
                      <c:pt idx="3">
                        <c:v>22.49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CB2-4397-AAB2-F7B0D29F211B}"/>
                  </c:ext>
                </c:extLst>
              </c15:ser>
            </c15:filteredAreaSeries>
          </c:ext>
        </c:extLst>
      </c:areaChart>
      <c:catAx>
        <c:axId val="339846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50495"/>
        <c:crosses val="autoZero"/>
        <c:auto val="1"/>
        <c:lblAlgn val="ctr"/>
        <c:lblOffset val="100"/>
        <c:noMultiLvlLbl val="0"/>
      </c:catAx>
      <c:valAx>
        <c:axId val="33985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46655"/>
        <c:crosses val="autoZero"/>
        <c:crossBetween val="midCat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Aptos Narrow" panose="02110004020202020204"/>
              </a:rPr>
              <a:t>Share of riders by trip duration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'5 Ride duration'!$B$1</c:f>
              <c:strCache>
                <c:ptCount val="1"/>
                <c:pt idx="0">
                  <c:v>Casual rider trips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'5 Ride duration'!$A$2:$A$5</c:f>
              <c:strCache>
                <c:ptCount val="4"/>
                <c:pt idx="0">
                  <c:v>Under 10 mins</c:v>
                </c:pt>
                <c:pt idx="1">
                  <c:v>10-30 mins</c:v>
                </c:pt>
                <c:pt idx="2">
                  <c:v>30-90 mins</c:v>
                </c:pt>
                <c:pt idx="3">
                  <c:v>Over 90 mins</c:v>
                </c:pt>
              </c:strCache>
            </c:strRef>
          </c:cat>
          <c:val>
            <c:numRef>
              <c:f>'5 Ride duration'!$B$2:$B$5</c:f>
              <c:numCache>
                <c:formatCode>General</c:formatCode>
                <c:ptCount val="4"/>
                <c:pt idx="0">
                  <c:v>902570</c:v>
                </c:pt>
                <c:pt idx="1">
                  <c:v>900535</c:v>
                </c:pt>
                <c:pt idx="2">
                  <c:v>269649</c:v>
                </c:pt>
                <c:pt idx="3">
                  <c:v>39314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51-4726-933C-9B70DB37B370}"/>
            </c:ext>
          </c:extLst>
        </c:ser>
        <c:ser>
          <c:idx val="1"/>
          <c:order val="1"/>
          <c:tx>
            <c:strRef>
              <c:f>'5 Ride duration'!$C$1</c:f>
              <c:strCache>
                <c:ptCount val="1"/>
                <c:pt idx="0">
                  <c:v>Annual member trips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'5 Ride duration'!$A$2:$A$5</c:f>
              <c:strCache>
                <c:ptCount val="4"/>
                <c:pt idx="0">
                  <c:v>Under 10 mins</c:v>
                </c:pt>
                <c:pt idx="1">
                  <c:v>10-30 mins</c:v>
                </c:pt>
                <c:pt idx="2">
                  <c:v>30-90 mins</c:v>
                </c:pt>
                <c:pt idx="3">
                  <c:v>Over 90 mins</c:v>
                </c:pt>
              </c:strCache>
            </c:strRef>
          </c:cat>
          <c:val>
            <c:numRef>
              <c:f>'5 Ride duration'!$C$2:$C$5</c:f>
              <c:numCache>
                <c:formatCode>General</c:formatCode>
                <c:ptCount val="4"/>
                <c:pt idx="0">
                  <c:v>2102632</c:v>
                </c:pt>
                <c:pt idx="1">
                  <c:v>1494359</c:v>
                </c:pt>
                <c:pt idx="2">
                  <c:v>206247</c:v>
                </c:pt>
                <c:pt idx="3">
                  <c:v>11407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51-4726-933C-9B70DB37B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9846655"/>
        <c:axId val="339850495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'5 Ride duration'!$D$1</c15:sqref>
                        </c15:formulaRef>
                      </c:ext>
                    </c:extLst>
                    <c:strCache>
                      <c:ptCount val="1"/>
                      <c:pt idx="0">
                        <c:v>Total Trips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'5 Ride duration'!$A$2:$A$5</c15:sqref>
                        </c15:formulaRef>
                      </c:ext>
                    </c:extLst>
                    <c:strCache>
                      <c:ptCount val="4"/>
                      <c:pt idx="0">
                        <c:v>Under 10 mins</c:v>
                      </c:pt>
                      <c:pt idx="1">
                        <c:v>10-30 mins</c:v>
                      </c:pt>
                      <c:pt idx="2">
                        <c:v>30-90 mins</c:v>
                      </c:pt>
                      <c:pt idx="3">
                        <c:v>Over 90 mins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'5 Ride duration'!$D$2:$D$5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3005202</c:v>
                      </c:pt>
                      <c:pt idx="1">
                        <c:v>2394894</c:v>
                      </c:pt>
                      <c:pt idx="2">
                        <c:v>475896</c:v>
                      </c:pt>
                      <c:pt idx="3">
                        <c:v>50721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7551-4726-933C-9B70DB37B370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duration'!$E$1</c15:sqref>
                        </c15:formulaRef>
                      </c:ext>
                    </c:extLst>
                    <c:strCache>
                      <c:ptCount val="1"/>
                      <c:pt idx="0">
                        <c:v>Casual Share (%)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duration'!$A$2:$A$5</c15:sqref>
                        </c15:formulaRef>
                      </c:ext>
                    </c:extLst>
                    <c:strCache>
                      <c:ptCount val="4"/>
                      <c:pt idx="0">
                        <c:v>Under 10 mins</c:v>
                      </c:pt>
                      <c:pt idx="1">
                        <c:v>10-30 mins</c:v>
                      </c:pt>
                      <c:pt idx="2">
                        <c:v>30-90 mins</c:v>
                      </c:pt>
                      <c:pt idx="3">
                        <c:v>Over 90 mins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duration'!$E$2:$E$5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30.03</c:v>
                      </c:pt>
                      <c:pt idx="1">
                        <c:v>37.6</c:v>
                      </c:pt>
                      <c:pt idx="2">
                        <c:v>56.66</c:v>
                      </c:pt>
                      <c:pt idx="3">
                        <c:v>77.510000000000005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7551-4726-933C-9B70DB37B370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duration'!$F$1</c15:sqref>
                        </c15:formulaRef>
                      </c:ext>
                    </c:extLst>
                    <c:strCache>
                      <c:ptCount val="1"/>
                      <c:pt idx="0">
                        <c:v>Member Share (%)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duration'!$A$2:$A$5</c15:sqref>
                        </c15:formulaRef>
                      </c:ext>
                    </c:extLst>
                    <c:strCache>
                      <c:ptCount val="4"/>
                      <c:pt idx="0">
                        <c:v>Under 10 mins</c:v>
                      </c:pt>
                      <c:pt idx="1">
                        <c:v>10-30 mins</c:v>
                      </c:pt>
                      <c:pt idx="2">
                        <c:v>30-90 mins</c:v>
                      </c:pt>
                      <c:pt idx="3">
                        <c:v>Over 90 mins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'5 Ride duration'!$F$2:$F$5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69.97</c:v>
                      </c:pt>
                      <c:pt idx="1">
                        <c:v>62.4</c:v>
                      </c:pt>
                      <c:pt idx="2">
                        <c:v>43.34</c:v>
                      </c:pt>
                      <c:pt idx="3">
                        <c:v>22.49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551-4726-933C-9B70DB37B370}"/>
                  </c:ext>
                </c:extLst>
              </c15:ser>
            </c15:filteredBarSeries>
          </c:ext>
        </c:extLst>
      </c:barChart>
      <c:catAx>
        <c:axId val="339846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50495"/>
        <c:crosses val="autoZero"/>
        <c:auto val="1"/>
        <c:lblAlgn val="ctr"/>
        <c:lblOffset val="100"/>
        <c:noMultiLvlLbl val="0"/>
      </c:catAx>
      <c:valAx>
        <c:axId val="33985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46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Cyclistic Weekly Traffic: Commuter Peaks vs. Weekend Leisure Cycles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'6 Hourly trips and durations'!$D$1</c:f>
              <c:strCache>
                <c:ptCount val="1"/>
                <c:pt idx="0">
                  <c:v>Casual rider trips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'6 Hourly trips and durations'!$A$2:$A$169</c:f>
              <c:strCache>
                <c:ptCount val="168"/>
                <c:pt idx="0">
                  <c:v>Monday - 00:00</c:v>
                </c:pt>
                <c:pt idx="1">
                  <c:v> 01:00</c:v>
                </c:pt>
                <c:pt idx="2">
                  <c:v> 02:00</c:v>
                </c:pt>
                <c:pt idx="3">
                  <c:v> 03:00</c:v>
                </c:pt>
                <c:pt idx="4">
                  <c:v> 04:00</c:v>
                </c:pt>
                <c:pt idx="5">
                  <c:v> 05:00</c:v>
                </c:pt>
                <c:pt idx="6">
                  <c:v> 06:00</c:v>
                </c:pt>
                <c:pt idx="7">
                  <c:v> 07:00</c:v>
                </c:pt>
                <c:pt idx="8">
                  <c:v> 08:00</c:v>
                </c:pt>
                <c:pt idx="9">
                  <c:v> 09:00</c:v>
                </c:pt>
                <c:pt idx="10">
                  <c:v> 10:00</c:v>
                </c:pt>
                <c:pt idx="11">
                  <c:v> 11:00</c:v>
                </c:pt>
                <c:pt idx="12">
                  <c:v> 12:00</c:v>
                </c:pt>
                <c:pt idx="13">
                  <c:v> 13:00</c:v>
                </c:pt>
                <c:pt idx="14">
                  <c:v> 14:00</c:v>
                </c:pt>
                <c:pt idx="15">
                  <c:v> 15:00</c:v>
                </c:pt>
                <c:pt idx="16">
                  <c:v> 16:00</c:v>
                </c:pt>
                <c:pt idx="17">
                  <c:v> 17:00</c:v>
                </c:pt>
                <c:pt idx="18">
                  <c:v> 18:00</c:v>
                </c:pt>
                <c:pt idx="19">
                  <c:v> 19:00</c:v>
                </c:pt>
                <c:pt idx="20">
                  <c:v> 20:00</c:v>
                </c:pt>
                <c:pt idx="21">
                  <c:v> 21:00</c:v>
                </c:pt>
                <c:pt idx="22">
                  <c:v> 22:00</c:v>
                </c:pt>
                <c:pt idx="23">
                  <c:v> 23:00</c:v>
                </c:pt>
                <c:pt idx="24">
                  <c:v>Tuesday - 00:00</c:v>
                </c:pt>
                <c:pt idx="25">
                  <c:v> 01:00</c:v>
                </c:pt>
                <c:pt idx="26">
                  <c:v> 02:00</c:v>
                </c:pt>
                <c:pt idx="27">
                  <c:v> 03:00</c:v>
                </c:pt>
                <c:pt idx="28">
                  <c:v> 04:00</c:v>
                </c:pt>
                <c:pt idx="29">
                  <c:v> 05:00</c:v>
                </c:pt>
                <c:pt idx="30">
                  <c:v> 06:00</c:v>
                </c:pt>
                <c:pt idx="31">
                  <c:v> 07:00</c:v>
                </c:pt>
                <c:pt idx="32">
                  <c:v> 08:00</c:v>
                </c:pt>
                <c:pt idx="33">
                  <c:v> 09:00</c:v>
                </c:pt>
                <c:pt idx="34">
                  <c:v> 10:00</c:v>
                </c:pt>
                <c:pt idx="35">
                  <c:v> 11:00</c:v>
                </c:pt>
                <c:pt idx="36">
                  <c:v> 12:00</c:v>
                </c:pt>
                <c:pt idx="37">
                  <c:v> 13:00</c:v>
                </c:pt>
                <c:pt idx="38">
                  <c:v> 14:00</c:v>
                </c:pt>
                <c:pt idx="39">
                  <c:v> 15:00</c:v>
                </c:pt>
                <c:pt idx="40">
                  <c:v> 16:00</c:v>
                </c:pt>
                <c:pt idx="41">
                  <c:v> 17:00</c:v>
                </c:pt>
                <c:pt idx="42">
                  <c:v> 18:00</c:v>
                </c:pt>
                <c:pt idx="43">
                  <c:v> 19:00</c:v>
                </c:pt>
                <c:pt idx="44">
                  <c:v> 20:00</c:v>
                </c:pt>
                <c:pt idx="45">
                  <c:v> 21:00</c:v>
                </c:pt>
                <c:pt idx="46">
                  <c:v> 22:00</c:v>
                </c:pt>
                <c:pt idx="47">
                  <c:v> 23:00</c:v>
                </c:pt>
                <c:pt idx="48">
                  <c:v>Wednesday - 00:00</c:v>
                </c:pt>
                <c:pt idx="49">
                  <c:v> 01:00</c:v>
                </c:pt>
                <c:pt idx="50">
                  <c:v> 02:00</c:v>
                </c:pt>
                <c:pt idx="51">
                  <c:v> 03:00</c:v>
                </c:pt>
                <c:pt idx="52">
                  <c:v> 04:00</c:v>
                </c:pt>
                <c:pt idx="53">
                  <c:v> 05:00</c:v>
                </c:pt>
                <c:pt idx="54">
                  <c:v> 06:00</c:v>
                </c:pt>
                <c:pt idx="55">
                  <c:v> 07:00</c:v>
                </c:pt>
                <c:pt idx="56">
                  <c:v> 08:00</c:v>
                </c:pt>
                <c:pt idx="57">
                  <c:v> 09:00</c:v>
                </c:pt>
                <c:pt idx="58">
                  <c:v> 10:00</c:v>
                </c:pt>
                <c:pt idx="59">
                  <c:v> 11:00</c:v>
                </c:pt>
                <c:pt idx="60">
                  <c:v> 12:00</c:v>
                </c:pt>
                <c:pt idx="61">
                  <c:v> 13:00</c:v>
                </c:pt>
                <c:pt idx="62">
                  <c:v> 14:00</c:v>
                </c:pt>
                <c:pt idx="63">
                  <c:v> 15:00</c:v>
                </c:pt>
                <c:pt idx="64">
                  <c:v> 16:00</c:v>
                </c:pt>
                <c:pt idx="65">
                  <c:v> 17:00</c:v>
                </c:pt>
                <c:pt idx="66">
                  <c:v> 18:00</c:v>
                </c:pt>
                <c:pt idx="67">
                  <c:v> 19:00</c:v>
                </c:pt>
                <c:pt idx="68">
                  <c:v> 20:00</c:v>
                </c:pt>
                <c:pt idx="69">
                  <c:v> 21:00</c:v>
                </c:pt>
                <c:pt idx="70">
                  <c:v> 22:00</c:v>
                </c:pt>
                <c:pt idx="71">
                  <c:v> 23:00</c:v>
                </c:pt>
                <c:pt idx="72">
                  <c:v>Thursday - 00:00</c:v>
                </c:pt>
                <c:pt idx="73">
                  <c:v> 01:00</c:v>
                </c:pt>
                <c:pt idx="74">
                  <c:v> 02:00</c:v>
                </c:pt>
                <c:pt idx="75">
                  <c:v> 03:00</c:v>
                </c:pt>
                <c:pt idx="76">
                  <c:v> 04:00</c:v>
                </c:pt>
                <c:pt idx="77">
                  <c:v> 05:00</c:v>
                </c:pt>
                <c:pt idx="78">
                  <c:v> 06:00</c:v>
                </c:pt>
                <c:pt idx="79">
                  <c:v> 07:00</c:v>
                </c:pt>
                <c:pt idx="80">
                  <c:v> 08:00</c:v>
                </c:pt>
                <c:pt idx="81">
                  <c:v> 09:00</c:v>
                </c:pt>
                <c:pt idx="82">
                  <c:v> 10:00</c:v>
                </c:pt>
                <c:pt idx="83">
                  <c:v> 11:00</c:v>
                </c:pt>
                <c:pt idx="84">
                  <c:v> 12:00</c:v>
                </c:pt>
                <c:pt idx="85">
                  <c:v> 13:00</c:v>
                </c:pt>
                <c:pt idx="86">
                  <c:v> 14:00</c:v>
                </c:pt>
                <c:pt idx="87">
                  <c:v> 15:00</c:v>
                </c:pt>
                <c:pt idx="88">
                  <c:v> 16:00</c:v>
                </c:pt>
                <c:pt idx="89">
                  <c:v> 17:00</c:v>
                </c:pt>
                <c:pt idx="90">
                  <c:v> 18:00</c:v>
                </c:pt>
                <c:pt idx="91">
                  <c:v> 19:00</c:v>
                </c:pt>
                <c:pt idx="92">
                  <c:v> 20:00</c:v>
                </c:pt>
                <c:pt idx="93">
                  <c:v> 21:00</c:v>
                </c:pt>
                <c:pt idx="94">
                  <c:v> 22:00</c:v>
                </c:pt>
                <c:pt idx="95">
                  <c:v> 23:00</c:v>
                </c:pt>
                <c:pt idx="96">
                  <c:v>Friday - 00:00</c:v>
                </c:pt>
                <c:pt idx="97">
                  <c:v> 01:00</c:v>
                </c:pt>
                <c:pt idx="98">
                  <c:v> 02:00</c:v>
                </c:pt>
                <c:pt idx="99">
                  <c:v> 03:00</c:v>
                </c:pt>
                <c:pt idx="100">
                  <c:v> 04:00</c:v>
                </c:pt>
                <c:pt idx="101">
                  <c:v> 05:00</c:v>
                </c:pt>
                <c:pt idx="102">
                  <c:v> 06:00</c:v>
                </c:pt>
                <c:pt idx="103">
                  <c:v> 07:00</c:v>
                </c:pt>
                <c:pt idx="104">
                  <c:v> 08:00</c:v>
                </c:pt>
                <c:pt idx="105">
                  <c:v> 09:00</c:v>
                </c:pt>
                <c:pt idx="106">
                  <c:v> 10:00</c:v>
                </c:pt>
                <c:pt idx="107">
                  <c:v> 11:00</c:v>
                </c:pt>
                <c:pt idx="108">
                  <c:v> 12:00</c:v>
                </c:pt>
                <c:pt idx="109">
                  <c:v> 13:00</c:v>
                </c:pt>
                <c:pt idx="110">
                  <c:v> 14:00</c:v>
                </c:pt>
                <c:pt idx="111">
                  <c:v> 15:00</c:v>
                </c:pt>
                <c:pt idx="112">
                  <c:v> 16:00</c:v>
                </c:pt>
                <c:pt idx="113">
                  <c:v> 17:00</c:v>
                </c:pt>
                <c:pt idx="114">
                  <c:v> 18:00</c:v>
                </c:pt>
                <c:pt idx="115">
                  <c:v> 19:00</c:v>
                </c:pt>
                <c:pt idx="116">
                  <c:v> 20:00</c:v>
                </c:pt>
                <c:pt idx="117">
                  <c:v> 21:00</c:v>
                </c:pt>
                <c:pt idx="118">
                  <c:v> 22:00</c:v>
                </c:pt>
                <c:pt idx="119">
                  <c:v> 23:00</c:v>
                </c:pt>
                <c:pt idx="120">
                  <c:v>Saturday - 00:00</c:v>
                </c:pt>
                <c:pt idx="121">
                  <c:v> 01:00</c:v>
                </c:pt>
                <c:pt idx="122">
                  <c:v> 02:00</c:v>
                </c:pt>
                <c:pt idx="123">
                  <c:v> 03:00</c:v>
                </c:pt>
                <c:pt idx="124">
                  <c:v> 04:00</c:v>
                </c:pt>
                <c:pt idx="125">
                  <c:v> 05:00</c:v>
                </c:pt>
                <c:pt idx="126">
                  <c:v> 06:00</c:v>
                </c:pt>
                <c:pt idx="127">
                  <c:v> 07:00</c:v>
                </c:pt>
                <c:pt idx="128">
                  <c:v> 08:00</c:v>
                </c:pt>
                <c:pt idx="129">
                  <c:v> 09:00</c:v>
                </c:pt>
                <c:pt idx="130">
                  <c:v> 10:00</c:v>
                </c:pt>
                <c:pt idx="131">
                  <c:v> 11:00</c:v>
                </c:pt>
                <c:pt idx="132">
                  <c:v> 12:00</c:v>
                </c:pt>
                <c:pt idx="133">
                  <c:v> 13:00</c:v>
                </c:pt>
                <c:pt idx="134">
                  <c:v> 14:00</c:v>
                </c:pt>
                <c:pt idx="135">
                  <c:v> 15:00</c:v>
                </c:pt>
                <c:pt idx="136">
                  <c:v> 16:00</c:v>
                </c:pt>
                <c:pt idx="137">
                  <c:v> 17:00</c:v>
                </c:pt>
                <c:pt idx="138">
                  <c:v> 18:00</c:v>
                </c:pt>
                <c:pt idx="139">
                  <c:v> 19:00</c:v>
                </c:pt>
                <c:pt idx="140">
                  <c:v> 20:00</c:v>
                </c:pt>
                <c:pt idx="141">
                  <c:v> 21:00</c:v>
                </c:pt>
                <c:pt idx="142">
                  <c:v> 22:00</c:v>
                </c:pt>
                <c:pt idx="143">
                  <c:v> 23:00</c:v>
                </c:pt>
                <c:pt idx="144">
                  <c:v>Sunday - 00:00</c:v>
                </c:pt>
                <c:pt idx="145">
                  <c:v> 01:00</c:v>
                </c:pt>
                <c:pt idx="146">
                  <c:v> 02:00</c:v>
                </c:pt>
                <c:pt idx="147">
                  <c:v> 03:00</c:v>
                </c:pt>
                <c:pt idx="148">
                  <c:v> 04:00</c:v>
                </c:pt>
                <c:pt idx="149">
                  <c:v> 05:00</c:v>
                </c:pt>
                <c:pt idx="150">
                  <c:v> 06:00</c:v>
                </c:pt>
                <c:pt idx="151">
                  <c:v> 07:00</c:v>
                </c:pt>
                <c:pt idx="152">
                  <c:v> 08:00</c:v>
                </c:pt>
                <c:pt idx="153">
                  <c:v> 09:00</c:v>
                </c:pt>
                <c:pt idx="154">
                  <c:v> 10:00</c:v>
                </c:pt>
                <c:pt idx="155">
                  <c:v> 11:00</c:v>
                </c:pt>
                <c:pt idx="156">
                  <c:v> 12:00</c:v>
                </c:pt>
                <c:pt idx="157">
                  <c:v> 13:00</c:v>
                </c:pt>
                <c:pt idx="158">
                  <c:v> 14:00</c:v>
                </c:pt>
                <c:pt idx="159">
                  <c:v> 15:00</c:v>
                </c:pt>
                <c:pt idx="160">
                  <c:v> 16:00</c:v>
                </c:pt>
                <c:pt idx="161">
                  <c:v> 17:00</c:v>
                </c:pt>
                <c:pt idx="162">
                  <c:v> 18:00</c:v>
                </c:pt>
                <c:pt idx="163">
                  <c:v> 19:00</c:v>
                </c:pt>
                <c:pt idx="164">
                  <c:v> 20:00</c:v>
                </c:pt>
                <c:pt idx="165">
                  <c:v> 21:00</c:v>
                </c:pt>
                <c:pt idx="166">
                  <c:v> 22:00</c:v>
                </c:pt>
                <c:pt idx="167">
                  <c:v> 23:00</c:v>
                </c:pt>
              </c:strCache>
            </c:strRef>
          </c:cat>
          <c:val>
            <c:numRef>
              <c:f>'6 Hourly trips and durations'!$D$2:$D$169</c:f>
              <c:numCache>
                <c:formatCode>General</c:formatCode>
                <c:ptCount val="168"/>
                <c:pt idx="0">
                  <c:v>4010</c:v>
                </c:pt>
                <c:pt idx="1">
                  <c:v>2394</c:v>
                </c:pt>
                <c:pt idx="2">
                  <c:v>1600</c:v>
                </c:pt>
                <c:pt idx="3">
                  <c:v>919</c:v>
                </c:pt>
                <c:pt idx="4">
                  <c:v>904</c:v>
                </c:pt>
                <c:pt idx="5">
                  <c:v>1698</c:v>
                </c:pt>
                <c:pt idx="6">
                  <c:v>4018</c:v>
                </c:pt>
                <c:pt idx="7">
                  <c:v>7075</c:v>
                </c:pt>
                <c:pt idx="8">
                  <c:v>9637</c:v>
                </c:pt>
                <c:pt idx="9">
                  <c:v>8191</c:v>
                </c:pt>
                <c:pt idx="10">
                  <c:v>9155</c:v>
                </c:pt>
                <c:pt idx="11">
                  <c:v>11875</c:v>
                </c:pt>
                <c:pt idx="12">
                  <c:v>14492</c:v>
                </c:pt>
                <c:pt idx="13">
                  <c:v>15604</c:v>
                </c:pt>
                <c:pt idx="14">
                  <c:v>16450</c:v>
                </c:pt>
                <c:pt idx="15">
                  <c:v>18716</c:v>
                </c:pt>
                <c:pt idx="16">
                  <c:v>22771</c:v>
                </c:pt>
                <c:pt idx="17">
                  <c:v>26374</c:v>
                </c:pt>
                <c:pt idx="18">
                  <c:v>21567</c:v>
                </c:pt>
                <c:pt idx="19">
                  <c:v>15887</c:v>
                </c:pt>
                <c:pt idx="20">
                  <c:v>11522</c:v>
                </c:pt>
                <c:pt idx="21">
                  <c:v>8939</c:v>
                </c:pt>
                <c:pt idx="22">
                  <c:v>7163</c:v>
                </c:pt>
                <c:pt idx="23">
                  <c:v>4324</c:v>
                </c:pt>
                <c:pt idx="24">
                  <c:v>3217</c:v>
                </c:pt>
                <c:pt idx="25">
                  <c:v>1706</c:v>
                </c:pt>
                <c:pt idx="26">
                  <c:v>1137</c:v>
                </c:pt>
                <c:pt idx="27">
                  <c:v>610</c:v>
                </c:pt>
                <c:pt idx="28">
                  <c:v>757</c:v>
                </c:pt>
                <c:pt idx="29">
                  <c:v>1859</c:v>
                </c:pt>
                <c:pt idx="30">
                  <c:v>4745</c:v>
                </c:pt>
                <c:pt idx="31">
                  <c:v>8919</c:v>
                </c:pt>
                <c:pt idx="32">
                  <c:v>12330</c:v>
                </c:pt>
                <c:pt idx="33">
                  <c:v>8719</c:v>
                </c:pt>
                <c:pt idx="34">
                  <c:v>7941</c:v>
                </c:pt>
                <c:pt idx="35">
                  <c:v>9840</c:v>
                </c:pt>
                <c:pt idx="36">
                  <c:v>11990</c:v>
                </c:pt>
                <c:pt idx="37">
                  <c:v>12553</c:v>
                </c:pt>
                <c:pt idx="38">
                  <c:v>13298</c:v>
                </c:pt>
                <c:pt idx="39">
                  <c:v>15742</c:v>
                </c:pt>
                <c:pt idx="40">
                  <c:v>21778</c:v>
                </c:pt>
                <c:pt idx="41">
                  <c:v>27683</c:v>
                </c:pt>
                <c:pt idx="42">
                  <c:v>24343</c:v>
                </c:pt>
                <c:pt idx="43">
                  <c:v>17898</c:v>
                </c:pt>
                <c:pt idx="44">
                  <c:v>13270</c:v>
                </c:pt>
                <c:pt idx="45">
                  <c:v>12101</c:v>
                </c:pt>
                <c:pt idx="46">
                  <c:v>7919</c:v>
                </c:pt>
                <c:pt idx="47">
                  <c:v>4140</c:v>
                </c:pt>
                <c:pt idx="48">
                  <c:v>2978</c:v>
                </c:pt>
                <c:pt idx="49">
                  <c:v>1617</c:v>
                </c:pt>
                <c:pt idx="50">
                  <c:v>1064</c:v>
                </c:pt>
                <c:pt idx="51">
                  <c:v>643</c:v>
                </c:pt>
                <c:pt idx="52">
                  <c:v>818</c:v>
                </c:pt>
                <c:pt idx="53">
                  <c:v>2042</c:v>
                </c:pt>
                <c:pt idx="54">
                  <c:v>4775</c:v>
                </c:pt>
                <c:pt idx="55">
                  <c:v>9320</c:v>
                </c:pt>
                <c:pt idx="56">
                  <c:v>12704</c:v>
                </c:pt>
                <c:pt idx="57">
                  <c:v>8034</c:v>
                </c:pt>
                <c:pt idx="58">
                  <c:v>7303</c:v>
                </c:pt>
                <c:pt idx="59">
                  <c:v>9104</c:v>
                </c:pt>
                <c:pt idx="60">
                  <c:v>10871</c:v>
                </c:pt>
                <c:pt idx="61">
                  <c:v>10748</c:v>
                </c:pt>
                <c:pt idx="62">
                  <c:v>11729</c:v>
                </c:pt>
                <c:pt idx="63">
                  <c:v>14678</c:v>
                </c:pt>
                <c:pt idx="64">
                  <c:v>20429</c:v>
                </c:pt>
                <c:pt idx="65">
                  <c:v>27263</c:v>
                </c:pt>
                <c:pt idx="66">
                  <c:v>23603</c:v>
                </c:pt>
                <c:pt idx="67">
                  <c:v>17896</c:v>
                </c:pt>
                <c:pt idx="68">
                  <c:v>13061</c:v>
                </c:pt>
                <c:pt idx="69">
                  <c:v>11408</c:v>
                </c:pt>
                <c:pt idx="70">
                  <c:v>8175</c:v>
                </c:pt>
                <c:pt idx="71">
                  <c:v>4774</c:v>
                </c:pt>
                <c:pt idx="72">
                  <c:v>3281</c:v>
                </c:pt>
                <c:pt idx="73">
                  <c:v>1981</c:v>
                </c:pt>
                <c:pt idx="74">
                  <c:v>1199</c:v>
                </c:pt>
                <c:pt idx="75">
                  <c:v>739</c:v>
                </c:pt>
                <c:pt idx="76">
                  <c:v>846</c:v>
                </c:pt>
                <c:pt idx="77">
                  <c:v>1823</c:v>
                </c:pt>
                <c:pt idx="78">
                  <c:v>4535</c:v>
                </c:pt>
                <c:pt idx="79">
                  <c:v>9340</c:v>
                </c:pt>
                <c:pt idx="80">
                  <c:v>12601</c:v>
                </c:pt>
                <c:pt idx="81">
                  <c:v>9288</c:v>
                </c:pt>
                <c:pt idx="82">
                  <c:v>8674</c:v>
                </c:pt>
                <c:pt idx="83">
                  <c:v>11027</c:v>
                </c:pt>
                <c:pt idx="84">
                  <c:v>13491</c:v>
                </c:pt>
                <c:pt idx="85">
                  <c:v>13934</c:v>
                </c:pt>
                <c:pt idx="86">
                  <c:v>14887</c:v>
                </c:pt>
                <c:pt idx="87">
                  <c:v>17662</c:v>
                </c:pt>
                <c:pt idx="88">
                  <c:v>23623</c:v>
                </c:pt>
                <c:pt idx="89">
                  <c:v>29651</c:v>
                </c:pt>
                <c:pt idx="90">
                  <c:v>25662</c:v>
                </c:pt>
                <c:pt idx="91">
                  <c:v>18938</c:v>
                </c:pt>
                <c:pt idx="92">
                  <c:v>13236</c:v>
                </c:pt>
                <c:pt idx="93">
                  <c:v>10838</c:v>
                </c:pt>
                <c:pt idx="94">
                  <c:v>9516</c:v>
                </c:pt>
                <c:pt idx="95">
                  <c:v>7258</c:v>
                </c:pt>
                <c:pt idx="96">
                  <c:v>5633</c:v>
                </c:pt>
                <c:pt idx="97">
                  <c:v>3496</c:v>
                </c:pt>
                <c:pt idx="98">
                  <c:v>2022</c:v>
                </c:pt>
                <c:pt idx="99">
                  <c:v>1080</c:v>
                </c:pt>
                <c:pt idx="100">
                  <c:v>1125</c:v>
                </c:pt>
                <c:pt idx="101">
                  <c:v>2022</c:v>
                </c:pt>
                <c:pt idx="102">
                  <c:v>4485</c:v>
                </c:pt>
                <c:pt idx="103">
                  <c:v>7726</c:v>
                </c:pt>
                <c:pt idx="104">
                  <c:v>9972</c:v>
                </c:pt>
                <c:pt idx="105">
                  <c:v>9680</c:v>
                </c:pt>
                <c:pt idx="106">
                  <c:v>11433</c:v>
                </c:pt>
                <c:pt idx="107">
                  <c:v>15861</c:v>
                </c:pt>
                <c:pt idx="108">
                  <c:v>19808</c:v>
                </c:pt>
                <c:pt idx="109">
                  <c:v>21133</c:v>
                </c:pt>
                <c:pt idx="110">
                  <c:v>21735</c:v>
                </c:pt>
                <c:pt idx="111">
                  <c:v>25537</c:v>
                </c:pt>
                <c:pt idx="112">
                  <c:v>30756</c:v>
                </c:pt>
                <c:pt idx="113">
                  <c:v>32712</c:v>
                </c:pt>
                <c:pt idx="114">
                  <c:v>28667</c:v>
                </c:pt>
                <c:pt idx="115">
                  <c:v>21916</c:v>
                </c:pt>
                <c:pt idx="116">
                  <c:v>15585</c:v>
                </c:pt>
                <c:pt idx="117">
                  <c:v>13128</c:v>
                </c:pt>
                <c:pt idx="118">
                  <c:v>13138</c:v>
                </c:pt>
                <c:pt idx="119">
                  <c:v>12065</c:v>
                </c:pt>
                <c:pt idx="120">
                  <c:v>11752</c:v>
                </c:pt>
                <c:pt idx="121">
                  <c:v>8431</c:v>
                </c:pt>
                <c:pt idx="122">
                  <c:v>5449</c:v>
                </c:pt>
                <c:pt idx="123">
                  <c:v>2886</c:v>
                </c:pt>
                <c:pt idx="124">
                  <c:v>1641</c:v>
                </c:pt>
                <c:pt idx="125">
                  <c:v>1425</c:v>
                </c:pt>
                <c:pt idx="126">
                  <c:v>2690</c:v>
                </c:pt>
                <c:pt idx="127">
                  <c:v>4873</c:v>
                </c:pt>
                <c:pt idx="128">
                  <c:v>9510</c:v>
                </c:pt>
                <c:pt idx="129">
                  <c:v>15868</c:v>
                </c:pt>
                <c:pt idx="130">
                  <c:v>24038</c:v>
                </c:pt>
                <c:pt idx="131">
                  <c:v>30426</c:v>
                </c:pt>
                <c:pt idx="132">
                  <c:v>35375</c:v>
                </c:pt>
                <c:pt idx="133">
                  <c:v>35853</c:v>
                </c:pt>
                <c:pt idx="134">
                  <c:v>37306</c:v>
                </c:pt>
                <c:pt idx="135">
                  <c:v>38380</c:v>
                </c:pt>
                <c:pt idx="136">
                  <c:v>37200</c:v>
                </c:pt>
                <c:pt idx="137">
                  <c:v>32953</c:v>
                </c:pt>
                <c:pt idx="138">
                  <c:v>28085</c:v>
                </c:pt>
                <c:pt idx="139">
                  <c:v>21940</c:v>
                </c:pt>
                <c:pt idx="140">
                  <c:v>16136</c:v>
                </c:pt>
                <c:pt idx="141">
                  <c:v>15096</c:v>
                </c:pt>
                <c:pt idx="142">
                  <c:v>15744</c:v>
                </c:pt>
                <c:pt idx="143">
                  <c:v>12304</c:v>
                </c:pt>
                <c:pt idx="144">
                  <c:v>12236</c:v>
                </c:pt>
                <c:pt idx="145">
                  <c:v>8482</c:v>
                </c:pt>
                <c:pt idx="146">
                  <c:v>5776</c:v>
                </c:pt>
                <c:pt idx="147">
                  <c:v>3296</c:v>
                </c:pt>
                <c:pt idx="148">
                  <c:v>2119</c:v>
                </c:pt>
                <c:pt idx="149">
                  <c:v>1993</c:v>
                </c:pt>
                <c:pt idx="150">
                  <c:v>3069</c:v>
                </c:pt>
                <c:pt idx="151">
                  <c:v>4801</c:v>
                </c:pt>
                <c:pt idx="152">
                  <c:v>7967</c:v>
                </c:pt>
                <c:pt idx="153">
                  <c:v>13307</c:v>
                </c:pt>
                <c:pt idx="154">
                  <c:v>19589</c:v>
                </c:pt>
                <c:pt idx="155">
                  <c:v>24544</c:v>
                </c:pt>
                <c:pt idx="156">
                  <c:v>27884</c:v>
                </c:pt>
                <c:pt idx="157">
                  <c:v>28864</c:v>
                </c:pt>
                <c:pt idx="158">
                  <c:v>29929</c:v>
                </c:pt>
                <c:pt idx="159">
                  <c:v>30988</c:v>
                </c:pt>
                <c:pt idx="160">
                  <c:v>29496</c:v>
                </c:pt>
                <c:pt idx="161">
                  <c:v>24540</c:v>
                </c:pt>
                <c:pt idx="162">
                  <c:v>20906</c:v>
                </c:pt>
                <c:pt idx="163">
                  <c:v>15295</c:v>
                </c:pt>
                <c:pt idx="164">
                  <c:v>11148</c:v>
                </c:pt>
                <c:pt idx="165">
                  <c:v>8673</c:v>
                </c:pt>
                <c:pt idx="166">
                  <c:v>7417</c:v>
                </c:pt>
                <c:pt idx="167">
                  <c:v>4826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8E-48DE-AE7E-7AAA741FA1F2}"/>
            </c:ext>
          </c:extLst>
        </c:ser>
        <c:ser>
          <c:idx val="2"/>
          <c:order val="2"/>
          <c:tx>
            <c:strRef>
              <c:f>'6 Hourly trips and durations'!$E$1</c:f>
              <c:strCache>
                <c:ptCount val="1"/>
                <c:pt idx="0">
                  <c:v>Annual member trips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'6 Hourly trips and durations'!$A$2:$A$169</c:f>
              <c:strCache>
                <c:ptCount val="168"/>
                <c:pt idx="0">
                  <c:v>Monday - 00:00</c:v>
                </c:pt>
                <c:pt idx="1">
                  <c:v> 01:00</c:v>
                </c:pt>
                <c:pt idx="2">
                  <c:v> 02:00</c:v>
                </c:pt>
                <c:pt idx="3">
                  <c:v> 03:00</c:v>
                </c:pt>
                <c:pt idx="4">
                  <c:v> 04:00</c:v>
                </c:pt>
                <c:pt idx="5">
                  <c:v> 05:00</c:v>
                </c:pt>
                <c:pt idx="6">
                  <c:v> 06:00</c:v>
                </c:pt>
                <c:pt idx="7">
                  <c:v> 07:00</c:v>
                </c:pt>
                <c:pt idx="8">
                  <c:v> 08:00</c:v>
                </c:pt>
                <c:pt idx="9">
                  <c:v> 09:00</c:v>
                </c:pt>
                <c:pt idx="10">
                  <c:v> 10:00</c:v>
                </c:pt>
                <c:pt idx="11">
                  <c:v> 11:00</c:v>
                </c:pt>
                <c:pt idx="12">
                  <c:v> 12:00</c:v>
                </c:pt>
                <c:pt idx="13">
                  <c:v> 13:00</c:v>
                </c:pt>
                <c:pt idx="14">
                  <c:v> 14:00</c:v>
                </c:pt>
                <c:pt idx="15">
                  <c:v> 15:00</c:v>
                </c:pt>
                <c:pt idx="16">
                  <c:v> 16:00</c:v>
                </c:pt>
                <c:pt idx="17">
                  <c:v> 17:00</c:v>
                </c:pt>
                <c:pt idx="18">
                  <c:v> 18:00</c:v>
                </c:pt>
                <c:pt idx="19">
                  <c:v> 19:00</c:v>
                </c:pt>
                <c:pt idx="20">
                  <c:v> 20:00</c:v>
                </c:pt>
                <c:pt idx="21">
                  <c:v> 21:00</c:v>
                </c:pt>
                <c:pt idx="22">
                  <c:v> 22:00</c:v>
                </c:pt>
                <c:pt idx="23">
                  <c:v> 23:00</c:v>
                </c:pt>
                <c:pt idx="24">
                  <c:v>Tuesday - 00:00</c:v>
                </c:pt>
                <c:pt idx="25">
                  <c:v> 01:00</c:v>
                </c:pt>
                <c:pt idx="26">
                  <c:v> 02:00</c:v>
                </c:pt>
                <c:pt idx="27">
                  <c:v> 03:00</c:v>
                </c:pt>
                <c:pt idx="28">
                  <c:v> 04:00</c:v>
                </c:pt>
                <c:pt idx="29">
                  <c:v> 05:00</c:v>
                </c:pt>
                <c:pt idx="30">
                  <c:v> 06:00</c:v>
                </c:pt>
                <c:pt idx="31">
                  <c:v> 07:00</c:v>
                </c:pt>
                <c:pt idx="32">
                  <c:v> 08:00</c:v>
                </c:pt>
                <c:pt idx="33">
                  <c:v> 09:00</c:v>
                </c:pt>
                <c:pt idx="34">
                  <c:v> 10:00</c:v>
                </c:pt>
                <c:pt idx="35">
                  <c:v> 11:00</c:v>
                </c:pt>
                <c:pt idx="36">
                  <c:v> 12:00</c:v>
                </c:pt>
                <c:pt idx="37">
                  <c:v> 13:00</c:v>
                </c:pt>
                <c:pt idx="38">
                  <c:v> 14:00</c:v>
                </c:pt>
                <c:pt idx="39">
                  <c:v> 15:00</c:v>
                </c:pt>
                <c:pt idx="40">
                  <c:v> 16:00</c:v>
                </c:pt>
                <c:pt idx="41">
                  <c:v> 17:00</c:v>
                </c:pt>
                <c:pt idx="42">
                  <c:v> 18:00</c:v>
                </c:pt>
                <c:pt idx="43">
                  <c:v> 19:00</c:v>
                </c:pt>
                <c:pt idx="44">
                  <c:v> 20:00</c:v>
                </c:pt>
                <c:pt idx="45">
                  <c:v> 21:00</c:v>
                </c:pt>
                <c:pt idx="46">
                  <c:v> 22:00</c:v>
                </c:pt>
                <c:pt idx="47">
                  <c:v> 23:00</c:v>
                </c:pt>
                <c:pt idx="48">
                  <c:v>Wednesday - 00:00</c:v>
                </c:pt>
                <c:pt idx="49">
                  <c:v> 01:00</c:v>
                </c:pt>
                <c:pt idx="50">
                  <c:v> 02:00</c:v>
                </c:pt>
                <c:pt idx="51">
                  <c:v> 03:00</c:v>
                </c:pt>
                <c:pt idx="52">
                  <c:v> 04:00</c:v>
                </c:pt>
                <c:pt idx="53">
                  <c:v> 05:00</c:v>
                </c:pt>
                <c:pt idx="54">
                  <c:v> 06:00</c:v>
                </c:pt>
                <c:pt idx="55">
                  <c:v> 07:00</c:v>
                </c:pt>
                <c:pt idx="56">
                  <c:v> 08:00</c:v>
                </c:pt>
                <c:pt idx="57">
                  <c:v> 09:00</c:v>
                </c:pt>
                <c:pt idx="58">
                  <c:v> 10:00</c:v>
                </c:pt>
                <c:pt idx="59">
                  <c:v> 11:00</c:v>
                </c:pt>
                <c:pt idx="60">
                  <c:v> 12:00</c:v>
                </c:pt>
                <c:pt idx="61">
                  <c:v> 13:00</c:v>
                </c:pt>
                <c:pt idx="62">
                  <c:v> 14:00</c:v>
                </c:pt>
                <c:pt idx="63">
                  <c:v> 15:00</c:v>
                </c:pt>
                <c:pt idx="64">
                  <c:v> 16:00</c:v>
                </c:pt>
                <c:pt idx="65">
                  <c:v> 17:00</c:v>
                </c:pt>
                <c:pt idx="66">
                  <c:v> 18:00</c:v>
                </c:pt>
                <c:pt idx="67">
                  <c:v> 19:00</c:v>
                </c:pt>
                <c:pt idx="68">
                  <c:v> 20:00</c:v>
                </c:pt>
                <c:pt idx="69">
                  <c:v> 21:00</c:v>
                </c:pt>
                <c:pt idx="70">
                  <c:v> 22:00</c:v>
                </c:pt>
                <c:pt idx="71">
                  <c:v> 23:00</c:v>
                </c:pt>
                <c:pt idx="72">
                  <c:v>Thursday - 00:00</c:v>
                </c:pt>
                <c:pt idx="73">
                  <c:v> 01:00</c:v>
                </c:pt>
                <c:pt idx="74">
                  <c:v> 02:00</c:v>
                </c:pt>
                <c:pt idx="75">
                  <c:v> 03:00</c:v>
                </c:pt>
                <c:pt idx="76">
                  <c:v> 04:00</c:v>
                </c:pt>
                <c:pt idx="77">
                  <c:v> 05:00</c:v>
                </c:pt>
                <c:pt idx="78">
                  <c:v> 06:00</c:v>
                </c:pt>
                <c:pt idx="79">
                  <c:v> 07:00</c:v>
                </c:pt>
                <c:pt idx="80">
                  <c:v> 08:00</c:v>
                </c:pt>
                <c:pt idx="81">
                  <c:v> 09:00</c:v>
                </c:pt>
                <c:pt idx="82">
                  <c:v> 10:00</c:v>
                </c:pt>
                <c:pt idx="83">
                  <c:v> 11:00</c:v>
                </c:pt>
                <c:pt idx="84">
                  <c:v> 12:00</c:v>
                </c:pt>
                <c:pt idx="85">
                  <c:v> 13:00</c:v>
                </c:pt>
                <c:pt idx="86">
                  <c:v> 14:00</c:v>
                </c:pt>
                <c:pt idx="87">
                  <c:v> 15:00</c:v>
                </c:pt>
                <c:pt idx="88">
                  <c:v> 16:00</c:v>
                </c:pt>
                <c:pt idx="89">
                  <c:v> 17:00</c:v>
                </c:pt>
                <c:pt idx="90">
                  <c:v> 18:00</c:v>
                </c:pt>
                <c:pt idx="91">
                  <c:v> 19:00</c:v>
                </c:pt>
                <c:pt idx="92">
                  <c:v> 20:00</c:v>
                </c:pt>
                <c:pt idx="93">
                  <c:v> 21:00</c:v>
                </c:pt>
                <c:pt idx="94">
                  <c:v> 22:00</c:v>
                </c:pt>
                <c:pt idx="95">
                  <c:v> 23:00</c:v>
                </c:pt>
                <c:pt idx="96">
                  <c:v>Friday - 00:00</c:v>
                </c:pt>
                <c:pt idx="97">
                  <c:v> 01:00</c:v>
                </c:pt>
                <c:pt idx="98">
                  <c:v> 02:00</c:v>
                </c:pt>
                <c:pt idx="99">
                  <c:v> 03:00</c:v>
                </c:pt>
                <c:pt idx="100">
                  <c:v> 04:00</c:v>
                </c:pt>
                <c:pt idx="101">
                  <c:v> 05:00</c:v>
                </c:pt>
                <c:pt idx="102">
                  <c:v> 06:00</c:v>
                </c:pt>
                <c:pt idx="103">
                  <c:v> 07:00</c:v>
                </c:pt>
                <c:pt idx="104">
                  <c:v> 08:00</c:v>
                </c:pt>
                <c:pt idx="105">
                  <c:v> 09:00</c:v>
                </c:pt>
                <c:pt idx="106">
                  <c:v> 10:00</c:v>
                </c:pt>
                <c:pt idx="107">
                  <c:v> 11:00</c:v>
                </c:pt>
                <c:pt idx="108">
                  <c:v> 12:00</c:v>
                </c:pt>
                <c:pt idx="109">
                  <c:v> 13:00</c:v>
                </c:pt>
                <c:pt idx="110">
                  <c:v> 14:00</c:v>
                </c:pt>
                <c:pt idx="111">
                  <c:v> 15:00</c:v>
                </c:pt>
                <c:pt idx="112">
                  <c:v> 16:00</c:v>
                </c:pt>
                <c:pt idx="113">
                  <c:v> 17:00</c:v>
                </c:pt>
                <c:pt idx="114">
                  <c:v> 18:00</c:v>
                </c:pt>
                <c:pt idx="115">
                  <c:v> 19:00</c:v>
                </c:pt>
                <c:pt idx="116">
                  <c:v> 20:00</c:v>
                </c:pt>
                <c:pt idx="117">
                  <c:v> 21:00</c:v>
                </c:pt>
                <c:pt idx="118">
                  <c:v> 22:00</c:v>
                </c:pt>
                <c:pt idx="119">
                  <c:v> 23:00</c:v>
                </c:pt>
                <c:pt idx="120">
                  <c:v>Saturday - 00:00</c:v>
                </c:pt>
                <c:pt idx="121">
                  <c:v> 01:00</c:v>
                </c:pt>
                <c:pt idx="122">
                  <c:v> 02:00</c:v>
                </c:pt>
                <c:pt idx="123">
                  <c:v> 03:00</c:v>
                </c:pt>
                <c:pt idx="124">
                  <c:v> 04:00</c:v>
                </c:pt>
                <c:pt idx="125">
                  <c:v> 05:00</c:v>
                </c:pt>
                <c:pt idx="126">
                  <c:v> 06:00</c:v>
                </c:pt>
                <c:pt idx="127">
                  <c:v> 07:00</c:v>
                </c:pt>
                <c:pt idx="128">
                  <c:v> 08:00</c:v>
                </c:pt>
                <c:pt idx="129">
                  <c:v> 09:00</c:v>
                </c:pt>
                <c:pt idx="130">
                  <c:v> 10:00</c:v>
                </c:pt>
                <c:pt idx="131">
                  <c:v> 11:00</c:v>
                </c:pt>
                <c:pt idx="132">
                  <c:v> 12:00</c:v>
                </c:pt>
                <c:pt idx="133">
                  <c:v> 13:00</c:v>
                </c:pt>
                <c:pt idx="134">
                  <c:v> 14:00</c:v>
                </c:pt>
                <c:pt idx="135">
                  <c:v> 15:00</c:v>
                </c:pt>
                <c:pt idx="136">
                  <c:v> 16:00</c:v>
                </c:pt>
                <c:pt idx="137">
                  <c:v> 17:00</c:v>
                </c:pt>
                <c:pt idx="138">
                  <c:v> 18:00</c:v>
                </c:pt>
                <c:pt idx="139">
                  <c:v> 19:00</c:v>
                </c:pt>
                <c:pt idx="140">
                  <c:v> 20:00</c:v>
                </c:pt>
                <c:pt idx="141">
                  <c:v> 21:00</c:v>
                </c:pt>
                <c:pt idx="142">
                  <c:v> 22:00</c:v>
                </c:pt>
                <c:pt idx="143">
                  <c:v> 23:00</c:v>
                </c:pt>
                <c:pt idx="144">
                  <c:v>Sunday - 00:00</c:v>
                </c:pt>
                <c:pt idx="145">
                  <c:v> 01:00</c:v>
                </c:pt>
                <c:pt idx="146">
                  <c:v> 02:00</c:v>
                </c:pt>
                <c:pt idx="147">
                  <c:v> 03:00</c:v>
                </c:pt>
                <c:pt idx="148">
                  <c:v> 04:00</c:v>
                </c:pt>
                <c:pt idx="149">
                  <c:v> 05:00</c:v>
                </c:pt>
                <c:pt idx="150">
                  <c:v> 06:00</c:v>
                </c:pt>
                <c:pt idx="151">
                  <c:v> 07:00</c:v>
                </c:pt>
                <c:pt idx="152">
                  <c:v> 08:00</c:v>
                </c:pt>
                <c:pt idx="153">
                  <c:v> 09:00</c:v>
                </c:pt>
                <c:pt idx="154">
                  <c:v> 10:00</c:v>
                </c:pt>
                <c:pt idx="155">
                  <c:v> 11:00</c:v>
                </c:pt>
                <c:pt idx="156">
                  <c:v> 12:00</c:v>
                </c:pt>
                <c:pt idx="157">
                  <c:v> 13:00</c:v>
                </c:pt>
                <c:pt idx="158">
                  <c:v> 14:00</c:v>
                </c:pt>
                <c:pt idx="159">
                  <c:v> 15:00</c:v>
                </c:pt>
                <c:pt idx="160">
                  <c:v> 16:00</c:v>
                </c:pt>
                <c:pt idx="161">
                  <c:v> 17:00</c:v>
                </c:pt>
                <c:pt idx="162">
                  <c:v> 18:00</c:v>
                </c:pt>
                <c:pt idx="163">
                  <c:v> 19:00</c:v>
                </c:pt>
                <c:pt idx="164">
                  <c:v> 20:00</c:v>
                </c:pt>
                <c:pt idx="165">
                  <c:v> 21:00</c:v>
                </c:pt>
                <c:pt idx="166">
                  <c:v> 22:00</c:v>
                </c:pt>
                <c:pt idx="167">
                  <c:v> 23:00</c:v>
                </c:pt>
              </c:strCache>
            </c:strRef>
          </c:cat>
          <c:val>
            <c:numRef>
              <c:f>'6 Hourly trips and durations'!$E$2:$E$169</c:f>
              <c:numCache>
                <c:formatCode>General</c:formatCode>
                <c:ptCount val="168"/>
                <c:pt idx="0">
                  <c:v>2708</c:v>
                </c:pt>
                <c:pt idx="1">
                  <c:v>1601</c:v>
                </c:pt>
                <c:pt idx="2">
                  <c:v>995</c:v>
                </c:pt>
                <c:pt idx="3">
                  <c:v>764</c:v>
                </c:pt>
                <c:pt idx="4">
                  <c:v>1281</c:v>
                </c:pt>
                <c:pt idx="5">
                  <c:v>5938</c:v>
                </c:pt>
                <c:pt idx="6">
                  <c:v>17760</c:v>
                </c:pt>
                <c:pt idx="7">
                  <c:v>35166</c:v>
                </c:pt>
                <c:pt idx="8">
                  <c:v>43850</c:v>
                </c:pt>
                <c:pt idx="9">
                  <c:v>23962</c:v>
                </c:pt>
                <c:pt idx="10">
                  <c:v>17183</c:v>
                </c:pt>
                <c:pt idx="11">
                  <c:v>20399</c:v>
                </c:pt>
                <c:pt idx="12">
                  <c:v>24036</c:v>
                </c:pt>
                <c:pt idx="13">
                  <c:v>23878</c:v>
                </c:pt>
                <c:pt idx="14">
                  <c:v>25014</c:v>
                </c:pt>
                <c:pt idx="15">
                  <c:v>34388</c:v>
                </c:pt>
                <c:pt idx="16">
                  <c:v>54545</c:v>
                </c:pt>
                <c:pt idx="17">
                  <c:v>67317</c:v>
                </c:pt>
                <c:pt idx="18">
                  <c:v>48791</c:v>
                </c:pt>
                <c:pt idx="19">
                  <c:v>32497</c:v>
                </c:pt>
                <c:pt idx="20">
                  <c:v>22171</c:v>
                </c:pt>
                <c:pt idx="21">
                  <c:v>16382</c:v>
                </c:pt>
                <c:pt idx="22">
                  <c:v>9983</c:v>
                </c:pt>
                <c:pt idx="23">
                  <c:v>4921</c:v>
                </c:pt>
                <c:pt idx="24">
                  <c:v>2636</c:v>
                </c:pt>
                <c:pt idx="25">
                  <c:v>1373</c:v>
                </c:pt>
                <c:pt idx="26">
                  <c:v>809</c:v>
                </c:pt>
                <c:pt idx="27">
                  <c:v>716</c:v>
                </c:pt>
                <c:pt idx="28">
                  <c:v>1363</c:v>
                </c:pt>
                <c:pt idx="29">
                  <c:v>7348</c:v>
                </c:pt>
                <c:pt idx="30">
                  <c:v>22315</c:v>
                </c:pt>
                <c:pt idx="31">
                  <c:v>45562</c:v>
                </c:pt>
                <c:pt idx="32">
                  <c:v>57800</c:v>
                </c:pt>
                <c:pt idx="33">
                  <c:v>27632</c:v>
                </c:pt>
                <c:pt idx="34">
                  <c:v>18373</c:v>
                </c:pt>
                <c:pt idx="35">
                  <c:v>21225</c:v>
                </c:pt>
                <c:pt idx="36">
                  <c:v>25521</c:v>
                </c:pt>
                <c:pt idx="37">
                  <c:v>24573</c:v>
                </c:pt>
                <c:pt idx="38">
                  <c:v>24752</c:v>
                </c:pt>
                <c:pt idx="39">
                  <c:v>36267</c:v>
                </c:pt>
                <c:pt idx="40">
                  <c:v>62831</c:v>
                </c:pt>
                <c:pt idx="41">
                  <c:v>77306</c:v>
                </c:pt>
                <c:pt idx="42">
                  <c:v>56660</c:v>
                </c:pt>
                <c:pt idx="43">
                  <c:v>38182</c:v>
                </c:pt>
                <c:pt idx="44">
                  <c:v>26742</c:v>
                </c:pt>
                <c:pt idx="45">
                  <c:v>20532</c:v>
                </c:pt>
                <c:pt idx="46">
                  <c:v>12203</c:v>
                </c:pt>
                <c:pt idx="47">
                  <c:v>5949</c:v>
                </c:pt>
                <c:pt idx="48">
                  <c:v>2941</c:v>
                </c:pt>
                <c:pt idx="49">
                  <c:v>1434</c:v>
                </c:pt>
                <c:pt idx="50">
                  <c:v>785</c:v>
                </c:pt>
                <c:pt idx="51">
                  <c:v>677</c:v>
                </c:pt>
                <c:pt idx="52">
                  <c:v>1204</c:v>
                </c:pt>
                <c:pt idx="53">
                  <c:v>7356</c:v>
                </c:pt>
                <c:pt idx="54">
                  <c:v>21912</c:v>
                </c:pt>
                <c:pt idx="55">
                  <c:v>45845</c:v>
                </c:pt>
                <c:pt idx="56">
                  <c:v>56023</c:v>
                </c:pt>
                <c:pt idx="57">
                  <c:v>27435</c:v>
                </c:pt>
                <c:pt idx="58">
                  <c:v>18419</c:v>
                </c:pt>
                <c:pt idx="59">
                  <c:v>21012</c:v>
                </c:pt>
                <c:pt idx="60">
                  <c:v>24631</c:v>
                </c:pt>
                <c:pt idx="61">
                  <c:v>23424</c:v>
                </c:pt>
                <c:pt idx="62">
                  <c:v>23913</c:v>
                </c:pt>
                <c:pt idx="63">
                  <c:v>35626</c:v>
                </c:pt>
                <c:pt idx="64">
                  <c:v>59682</c:v>
                </c:pt>
                <c:pt idx="65">
                  <c:v>73459</c:v>
                </c:pt>
                <c:pt idx="66">
                  <c:v>54896</c:v>
                </c:pt>
                <c:pt idx="67">
                  <c:v>36897</c:v>
                </c:pt>
                <c:pt idx="68">
                  <c:v>25632</c:v>
                </c:pt>
                <c:pt idx="69">
                  <c:v>20019</c:v>
                </c:pt>
                <c:pt idx="70">
                  <c:v>12817</c:v>
                </c:pt>
                <c:pt idx="71">
                  <c:v>6406</c:v>
                </c:pt>
                <c:pt idx="72">
                  <c:v>3311</c:v>
                </c:pt>
                <c:pt idx="73">
                  <c:v>1748</c:v>
                </c:pt>
                <c:pt idx="74">
                  <c:v>956</c:v>
                </c:pt>
                <c:pt idx="75">
                  <c:v>728</c:v>
                </c:pt>
                <c:pt idx="76">
                  <c:v>1329</c:v>
                </c:pt>
                <c:pt idx="77">
                  <c:v>6162</c:v>
                </c:pt>
                <c:pt idx="78">
                  <c:v>20356</c:v>
                </c:pt>
                <c:pt idx="79">
                  <c:v>42924</c:v>
                </c:pt>
                <c:pt idx="80">
                  <c:v>55314</c:v>
                </c:pt>
                <c:pt idx="81">
                  <c:v>29003</c:v>
                </c:pt>
                <c:pt idx="82">
                  <c:v>19977</c:v>
                </c:pt>
                <c:pt idx="83">
                  <c:v>23086</c:v>
                </c:pt>
                <c:pt idx="84">
                  <c:v>27309</c:v>
                </c:pt>
                <c:pt idx="85">
                  <c:v>25728</c:v>
                </c:pt>
                <c:pt idx="86">
                  <c:v>26026</c:v>
                </c:pt>
                <c:pt idx="87">
                  <c:v>37349</c:v>
                </c:pt>
                <c:pt idx="88">
                  <c:v>59773</c:v>
                </c:pt>
                <c:pt idx="89">
                  <c:v>71850</c:v>
                </c:pt>
                <c:pt idx="90">
                  <c:v>53235</c:v>
                </c:pt>
                <c:pt idx="91">
                  <c:v>35982</c:v>
                </c:pt>
                <c:pt idx="92">
                  <c:v>24995</c:v>
                </c:pt>
                <c:pt idx="93">
                  <c:v>18735</c:v>
                </c:pt>
                <c:pt idx="94">
                  <c:v>14098</c:v>
                </c:pt>
                <c:pt idx="95">
                  <c:v>8962</c:v>
                </c:pt>
                <c:pt idx="96">
                  <c:v>4929</c:v>
                </c:pt>
                <c:pt idx="97">
                  <c:v>2705</c:v>
                </c:pt>
                <c:pt idx="98">
                  <c:v>1429</c:v>
                </c:pt>
                <c:pt idx="99">
                  <c:v>1017</c:v>
                </c:pt>
                <c:pt idx="100">
                  <c:v>1383</c:v>
                </c:pt>
                <c:pt idx="101">
                  <c:v>5876</c:v>
                </c:pt>
                <c:pt idx="102">
                  <c:v>16056</c:v>
                </c:pt>
                <c:pt idx="103">
                  <c:v>29120</c:v>
                </c:pt>
                <c:pt idx="104">
                  <c:v>36097</c:v>
                </c:pt>
                <c:pt idx="105">
                  <c:v>24589</c:v>
                </c:pt>
                <c:pt idx="106">
                  <c:v>20241</c:v>
                </c:pt>
                <c:pt idx="107">
                  <c:v>25313</c:v>
                </c:pt>
                <c:pt idx="108">
                  <c:v>30710</c:v>
                </c:pt>
                <c:pt idx="109">
                  <c:v>31551</c:v>
                </c:pt>
                <c:pt idx="110">
                  <c:v>31419</c:v>
                </c:pt>
                <c:pt idx="111">
                  <c:v>40093</c:v>
                </c:pt>
                <c:pt idx="112">
                  <c:v>53553</c:v>
                </c:pt>
                <c:pt idx="113">
                  <c:v>56878</c:v>
                </c:pt>
                <c:pt idx="114">
                  <c:v>46521</c:v>
                </c:pt>
                <c:pt idx="115">
                  <c:v>33347</c:v>
                </c:pt>
                <c:pt idx="116">
                  <c:v>22584</c:v>
                </c:pt>
                <c:pt idx="117">
                  <c:v>17341</c:v>
                </c:pt>
                <c:pt idx="118">
                  <c:v>15106</c:v>
                </c:pt>
                <c:pt idx="119">
                  <c:v>11952</c:v>
                </c:pt>
                <c:pt idx="120">
                  <c:v>9613</c:v>
                </c:pt>
                <c:pt idx="121">
                  <c:v>6403</c:v>
                </c:pt>
                <c:pt idx="122">
                  <c:v>3876</c:v>
                </c:pt>
                <c:pt idx="123">
                  <c:v>2075</c:v>
                </c:pt>
                <c:pt idx="124">
                  <c:v>1212</c:v>
                </c:pt>
                <c:pt idx="125">
                  <c:v>2246</c:v>
                </c:pt>
                <c:pt idx="126">
                  <c:v>5394</c:v>
                </c:pt>
                <c:pt idx="127">
                  <c:v>9702</c:v>
                </c:pt>
                <c:pt idx="128">
                  <c:v>17451</c:v>
                </c:pt>
                <c:pt idx="129">
                  <c:v>24554</c:v>
                </c:pt>
                <c:pt idx="130">
                  <c:v>31023</c:v>
                </c:pt>
                <c:pt idx="131">
                  <c:v>35265</c:v>
                </c:pt>
                <c:pt idx="132">
                  <c:v>36835</c:v>
                </c:pt>
                <c:pt idx="133">
                  <c:v>36638</c:v>
                </c:pt>
                <c:pt idx="134">
                  <c:v>36803</c:v>
                </c:pt>
                <c:pt idx="135">
                  <c:v>36940</c:v>
                </c:pt>
                <c:pt idx="136">
                  <c:v>37035</c:v>
                </c:pt>
                <c:pt idx="137">
                  <c:v>34531</c:v>
                </c:pt>
                <c:pt idx="138">
                  <c:v>31918</c:v>
                </c:pt>
                <c:pt idx="139">
                  <c:v>24508</c:v>
                </c:pt>
                <c:pt idx="140">
                  <c:v>17563</c:v>
                </c:pt>
                <c:pt idx="141">
                  <c:v>15668</c:v>
                </c:pt>
                <c:pt idx="142">
                  <c:v>14765</c:v>
                </c:pt>
                <c:pt idx="143">
                  <c:v>11414</c:v>
                </c:pt>
                <c:pt idx="144">
                  <c:v>9082</c:v>
                </c:pt>
                <c:pt idx="145">
                  <c:v>6215</c:v>
                </c:pt>
                <c:pt idx="146">
                  <c:v>4010</c:v>
                </c:pt>
                <c:pt idx="147">
                  <c:v>2395</c:v>
                </c:pt>
                <c:pt idx="148">
                  <c:v>1620</c:v>
                </c:pt>
                <c:pt idx="149">
                  <c:v>2081</c:v>
                </c:pt>
                <c:pt idx="150">
                  <c:v>4502</c:v>
                </c:pt>
                <c:pt idx="151">
                  <c:v>7089</c:v>
                </c:pt>
                <c:pt idx="152">
                  <c:v>12299</c:v>
                </c:pt>
                <c:pt idx="153">
                  <c:v>19343</c:v>
                </c:pt>
                <c:pt idx="154">
                  <c:v>25713</c:v>
                </c:pt>
                <c:pt idx="155">
                  <c:v>29979</c:v>
                </c:pt>
                <c:pt idx="156">
                  <c:v>32086</c:v>
                </c:pt>
                <c:pt idx="157">
                  <c:v>32053</c:v>
                </c:pt>
                <c:pt idx="158">
                  <c:v>32545</c:v>
                </c:pt>
                <c:pt idx="159">
                  <c:v>33443</c:v>
                </c:pt>
                <c:pt idx="160">
                  <c:v>33482</c:v>
                </c:pt>
                <c:pt idx="161">
                  <c:v>30133</c:v>
                </c:pt>
                <c:pt idx="162">
                  <c:v>27754</c:v>
                </c:pt>
                <c:pt idx="163">
                  <c:v>20226</c:v>
                </c:pt>
                <c:pt idx="164">
                  <c:v>14841</c:v>
                </c:pt>
                <c:pt idx="165">
                  <c:v>11515</c:v>
                </c:pt>
                <c:pt idx="166">
                  <c:v>8476</c:v>
                </c:pt>
                <c:pt idx="167">
                  <c:v>4940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8E-48DE-AE7E-7AAA741FA1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4261759"/>
        <c:axId val="2442627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'6 Hourly trips and durations'!$C$1</c15:sqref>
                        </c15:formulaRef>
                      </c:ext>
                    </c:extLst>
                    <c:strCache>
                      <c:ptCount val="1"/>
                      <c:pt idx="0">
                        <c:v>Hour2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'6 Hourly trips and durations'!$A$2:$A$169</c15:sqref>
                        </c15:formulaRef>
                      </c:ext>
                    </c:extLst>
                    <c:strCache>
                      <c:ptCount val="168"/>
                      <c:pt idx="0">
                        <c:v>Monday - 00:00</c:v>
                      </c:pt>
                      <c:pt idx="1">
                        <c:v> 01:00</c:v>
                      </c:pt>
                      <c:pt idx="2">
                        <c:v> 02:00</c:v>
                      </c:pt>
                      <c:pt idx="3">
                        <c:v> 03:00</c:v>
                      </c:pt>
                      <c:pt idx="4">
                        <c:v> 04:00</c:v>
                      </c:pt>
                      <c:pt idx="5">
                        <c:v> 05:00</c:v>
                      </c:pt>
                      <c:pt idx="6">
                        <c:v> 06:00</c:v>
                      </c:pt>
                      <c:pt idx="7">
                        <c:v> 07:00</c:v>
                      </c:pt>
                      <c:pt idx="8">
                        <c:v> 08:00</c:v>
                      </c:pt>
                      <c:pt idx="9">
                        <c:v> 09:00</c:v>
                      </c:pt>
                      <c:pt idx="10">
                        <c:v> 10:00</c:v>
                      </c:pt>
                      <c:pt idx="11">
                        <c:v> 11:00</c:v>
                      </c:pt>
                      <c:pt idx="12">
                        <c:v> 12:00</c:v>
                      </c:pt>
                      <c:pt idx="13">
                        <c:v> 13:00</c:v>
                      </c:pt>
                      <c:pt idx="14">
                        <c:v> 14:00</c:v>
                      </c:pt>
                      <c:pt idx="15">
                        <c:v> 15:00</c:v>
                      </c:pt>
                      <c:pt idx="16">
                        <c:v> 16:00</c:v>
                      </c:pt>
                      <c:pt idx="17">
                        <c:v> 17:00</c:v>
                      </c:pt>
                      <c:pt idx="18">
                        <c:v> 18:00</c:v>
                      </c:pt>
                      <c:pt idx="19">
                        <c:v> 19:00</c:v>
                      </c:pt>
                      <c:pt idx="20">
                        <c:v> 20:00</c:v>
                      </c:pt>
                      <c:pt idx="21">
                        <c:v> 21:00</c:v>
                      </c:pt>
                      <c:pt idx="22">
                        <c:v> 22:00</c:v>
                      </c:pt>
                      <c:pt idx="23">
                        <c:v> 23:00</c:v>
                      </c:pt>
                      <c:pt idx="24">
                        <c:v>Tuesday - 00:00</c:v>
                      </c:pt>
                      <c:pt idx="25">
                        <c:v> 01:00</c:v>
                      </c:pt>
                      <c:pt idx="26">
                        <c:v> 02:00</c:v>
                      </c:pt>
                      <c:pt idx="27">
                        <c:v> 03:00</c:v>
                      </c:pt>
                      <c:pt idx="28">
                        <c:v> 04:00</c:v>
                      </c:pt>
                      <c:pt idx="29">
                        <c:v> 05:00</c:v>
                      </c:pt>
                      <c:pt idx="30">
                        <c:v> 06:00</c:v>
                      </c:pt>
                      <c:pt idx="31">
                        <c:v> 07:00</c:v>
                      </c:pt>
                      <c:pt idx="32">
                        <c:v> 08:00</c:v>
                      </c:pt>
                      <c:pt idx="33">
                        <c:v> 09:00</c:v>
                      </c:pt>
                      <c:pt idx="34">
                        <c:v> 10:00</c:v>
                      </c:pt>
                      <c:pt idx="35">
                        <c:v> 11:00</c:v>
                      </c:pt>
                      <c:pt idx="36">
                        <c:v> 12:00</c:v>
                      </c:pt>
                      <c:pt idx="37">
                        <c:v> 13:00</c:v>
                      </c:pt>
                      <c:pt idx="38">
                        <c:v> 14:00</c:v>
                      </c:pt>
                      <c:pt idx="39">
                        <c:v> 15:00</c:v>
                      </c:pt>
                      <c:pt idx="40">
                        <c:v> 16:00</c:v>
                      </c:pt>
                      <c:pt idx="41">
                        <c:v> 17:00</c:v>
                      </c:pt>
                      <c:pt idx="42">
                        <c:v> 18:00</c:v>
                      </c:pt>
                      <c:pt idx="43">
                        <c:v> 19:00</c:v>
                      </c:pt>
                      <c:pt idx="44">
                        <c:v> 20:00</c:v>
                      </c:pt>
                      <c:pt idx="45">
                        <c:v> 21:00</c:v>
                      </c:pt>
                      <c:pt idx="46">
                        <c:v> 22:00</c:v>
                      </c:pt>
                      <c:pt idx="47">
                        <c:v> 23:00</c:v>
                      </c:pt>
                      <c:pt idx="48">
                        <c:v>Wednesday - 00:00</c:v>
                      </c:pt>
                      <c:pt idx="49">
                        <c:v> 01:00</c:v>
                      </c:pt>
                      <c:pt idx="50">
                        <c:v> 02:00</c:v>
                      </c:pt>
                      <c:pt idx="51">
                        <c:v> 03:00</c:v>
                      </c:pt>
                      <c:pt idx="52">
                        <c:v> 04:00</c:v>
                      </c:pt>
                      <c:pt idx="53">
                        <c:v> 05:00</c:v>
                      </c:pt>
                      <c:pt idx="54">
                        <c:v> 06:00</c:v>
                      </c:pt>
                      <c:pt idx="55">
                        <c:v> 07:00</c:v>
                      </c:pt>
                      <c:pt idx="56">
                        <c:v> 08:00</c:v>
                      </c:pt>
                      <c:pt idx="57">
                        <c:v> 09:00</c:v>
                      </c:pt>
                      <c:pt idx="58">
                        <c:v> 10:00</c:v>
                      </c:pt>
                      <c:pt idx="59">
                        <c:v> 11:00</c:v>
                      </c:pt>
                      <c:pt idx="60">
                        <c:v> 12:00</c:v>
                      </c:pt>
                      <c:pt idx="61">
                        <c:v> 13:00</c:v>
                      </c:pt>
                      <c:pt idx="62">
                        <c:v> 14:00</c:v>
                      </c:pt>
                      <c:pt idx="63">
                        <c:v> 15:00</c:v>
                      </c:pt>
                      <c:pt idx="64">
                        <c:v> 16:00</c:v>
                      </c:pt>
                      <c:pt idx="65">
                        <c:v> 17:00</c:v>
                      </c:pt>
                      <c:pt idx="66">
                        <c:v> 18:00</c:v>
                      </c:pt>
                      <c:pt idx="67">
                        <c:v> 19:00</c:v>
                      </c:pt>
                      <c:pt idx="68">
                        <c:v> 20:00</c:v>
                      </c:pt>
                      <c:pt idx="69">
                        <c:v> 21:00</c:v>
                      </c:pt>
                      <c:pt idx="70">
                        <c:v> 22:00</c:v>
                      </c:pt>
                      <c:pt idx="71">
                        <c:v> 23:00</c:v>
                      </c:pt>
                      <c:pt idx="72">
                        <c:v>Thursday - 00:00</c:v>
                      </c:pt>
                      <c:pt idx="73">
                        <c:v> 01:00</c:v>
                      </c:pt>
                      <c:pt idx="74">
                        <c:v> 02:00</c:v>
                      </c:pt>
                      <c:pt idx="75">
                        <c:v> 03:00</c:v>
                      </c:pt>
                      <c:pt idx="76">
                        <c:v> 04:00</c:v>
                      </c:pt>
                      <c:pt idx="77">
                        <c:v> 05:00</c:v>
                      </c:pt>
                      <c:pt idx="78">
                        <c:v> 06:00</c:v>
                      </c:pt>
                      <c:pt idx="79">
                        <c:v> 07:00</c:v>
                      </c:pt>
                      <c:pt idx="80">
                        <c:v> 08:00</c:v>
                      </c:pt>
                      <c:pt idx="81">
                        <c:v> 09:00</c:v>
                      </c:pt>
                      <c:pt idx="82">
                        <c:v> 10:00</c:v>
                      </c:pt>
                      <c:pt idx="83">
                        <c:v> 11:00</c:v>
                      </c:pt>
                      <c:pt idx="84">
                        <c:v> 12:00</c:v>
                      </c:pt>
                      <c:pt idx="85">
                        <c:v> 13:00</c:v>
                      </c:pt>
                      <c:pt idx="86">
                        <c:v> 14:00</c:v>
                      </c:pt>
                      <c:pt idx="87">
                        <c:v> 15:00</c:v>
                      </c:pt>
                      <c:pt idx="88">
                        <c:v> 16:00</c:v>
                      </c:pt>
                      <c:pt idx="89">
                        <c:v> 17:00</c:v>
                      </c:pt>
                      <c:pt idx="90">
                        <c:v> 18:00</c:v>
                      </c:pt>
                      <c:pt idx="91">
                        <c:v> 19:00</c:v>
                      </c:pt>
                      <c:pt idx="92">
                        <c:v> 20:00</c:v>
                      </c:pt>
                      <c:pt idx="93">
                        <c:v> 21:00</c:v>
                      </c:pt>
                      <c:pt idx="94">
                        <c:v> 22:00</c:v>
                      </c:pt>
                      <c:pt idx="95">
                        <c:v> 23:00</c:v>
                      </c:pt>
                      <c:pt idx="96">
                        <c:v>Friday - 00:00</c:v>
                      </c:pt>
                      <c:pt idx="97">
                        <c:v> 01:00</c:v>
                      </c:pt>
                      <c:pt idx="98">
                        <c:v> 02:00</c:v>
                      </c:pt>
                      <c:pt idx="99">
                        <c:v> 03:00</c:v>
                      </c:pt>
                      <c:pt idx="100">
                        <c:v> 04:00</c:v>
                      </c:pt>
                      <c:pt idx="101">
                        <c:v> 05:00</c:v>
                      </c:pt>
                      <c:pt idx="102">
                        <c:v> 06:00</c:v>
                      </c:pt>
                      <c:pt idx="103">
                        <c:v> 07:00</c:v>
                      </c:pt>
                      <c:pt idx="104">
                        <c:v> 08:00</c:v>
                      </c:pt>
                      <c:pt idx="105">
                        <c:v> 09:00</c:v>
                      </c:pt>
                      <c:pt idx="106">
                        <c:v> 10:00</c:v>
                      </c:pt>
                      <c:pt idx="107">
                        <c:v> 11:00</c:v>
                      </c:pt>
                      <c:pt idx="108">
                        <c:v> 12:00</c:v>
                      </c:pt>
                      <c:pt idx="109">
                        <c:v> 13:00</c:v>
                      </c:pt>
                      <c:pt idx="110">
                        <c:v> 14:00</c:v>
                      </c:pt>
                      <c:pt idx="111">
                        <c:v> 15:00</c:v>
                      </c:pt>
                      <c:pt idx="112">
                        <c:v> 16:00</c:v>
                      </c:pt>
                      <c:pt idx="113">
                        <c:v> 17:00</c:v>
                      </c:pt>
                      <c:pt idx="114">
                        <c:v> 18:00</c:v>
                      </c:pt>
                      <c:pt idx="115">
                        <c:v> 19:00</c:v>
                      </c:pt>
                      <c:pt idx="116">
                        <c:v> 20:00</c:v>
                      </c:pt>
                      <c:pt idx="117">
                        <c:v> 21:00</c:v>
                      </c:pt>
                      <c:pt idx="118">
                        <c:v> 22:00</c:v>
                      </c:pt>
                      <c:pt idx="119">
                        <c:v> 23:00</c:v>
                      </c:pt>
                      <c:pt idx="120">
                        <c:v>Saturday - 00:00</c:v>
                      </c:pt>
                      <c:pt idx="121">
                        <c:v> 01:00</c:v>
                      </c:pt>
                      <c:pt idx="122">
                        <c:v> 02:00</c:v>
                      </c:pt>
                      <c:pt idx="123">
                        <c:v> 03:00</c:v>
                      </c:pt>
                      <c:pt idx="124">
                        <c:v> 04:00</c:v>
                      </c:pt>
                      <c:pt idx="125">
                        <c:v> 05:00</c:v>
                      </c:pt>
                      <c:pt idx="126">
                        <c:v> 06:00</c:v>
                      </c:pt>
                      <c:pt idx="127">
                        <c:v> 07:00</c:v>
                      </c:pt>
                      <c:pt idx="128">
                        <c:v> 08:00</c:v>
                      </c:pt>
                      <c:pt idx="129">
                        <c:v> 09:00</c:v>
                      </c:pt>
                      <c:pt idx="130">
                        <c:v> 10:00</c:v>
                      </c:pt>
                      <c:pt idx="131">
                        <c:v> 11:00</c:v>
                      </c:pt>
                      <c:pt idx="132">
                        <c:v> 12:00</c:v>
                      </c:pt>
                      <c:pt idx="133">
                        <c:v> 13:00</c:v>
                      </c:pt>
                      <c:pt idx="134">
                        <c:v> 14:00</c:v>
                      </c:pt>
                      <c:pt idx="135">
                        <c:v> 15:00</c:v>
                      </c:pt>
                      <c:pt idx="136">
                        <c:v> 16:00</c:v>
                      </c:pt>
                      <c:pt idx="137">
                        <c:v> 17:00</c:v>
                      </c:pt>
                      <c:pt idx="138">
                        <c:v> 18:00</c:v>
                      </c:pt>
                      <c:pt idx="139">
                        <c:v> 19:00</c:v>
                      </c:pt>
                      <c:pt idx="140">
                        <c:v> 20:00</c:v>
                      </c:pt>
                      <c:pt idx="141">
                        <c:v> 21:00</c:v>
                      </c:pt>
                      <c:pt idx="142">
                        <c:v> 22:00</c:v>
                      </c:pt>
                      <c:pt idx="143">
                        <c:v> 23:00</c:v>
                      </c:pt>
                      <c:pt idx="144">
                        <c:v>Sunday - 00:00</c:v>
                      </c:pt>
                      <c:pt idx="145">
                        <c:v> 01:00</c:v>
                      </c:pt>
                      <c:pt idx="146">
                        <c:v> 02:00</c:v>
                      </c:pt>
                      <c:pt idx="147">
                        <c:v> 03:00</c:v>
                      </c:pt>
                      <c:pt idx="148">
                        <c:v> 04:00</c:v>
                      </c:pt>
                      <c:pt idx="149">
                        <c:v> 05:00</c:v>
                      </c:pt>
                      <c:pt idx="150">
                        <c:v> 06:00</c:v>
                      </c:pt>
                      <c:pt idx="151">
                        <c:v> 07:00</c:v>
                      </c:pt>
                      <c:pt idx="152">
                        <c:v> 08:00</c:v>
                      </c:pt>
                      <c:pt idx="153">
                        <c:v> 09:00</c:v>
                      </c:pt>
                      <c:pt idx="154">
                        <c:v> 10:00</c:v>
                      </c:pt>
                      <c:pt idx="155">
                        <c:v> 11:00</c:v>
                      </c:pt>
                      <c:pt idx="156">
                        <c:v> 12:00</c:v>
                      </c:pt>
                      <c:pt idx="157">
                        <c:v> 13:00</c:v>
                      </c:pt>
                      <c:pt idx="158">
                        <c:v> 14:00</c:v>
                      </c:pt>
                      <c:pt idx="159">
                        <c:v> 15:00</c:v>
                      </c:pt>
                      <c:pt idx="160">
                        <c:v> 16:00</c:v>
                      </c:pt>
                      <c:pt idx="161">
                        <c:v> 17:00</c:v>
                      </c:pt>
                      <c:pt idx="162">
                        <c:v> 18:00</c:v>
                      </c:pt>
                      <c:pt idx="163">
                        <c:v> 19:00</c:v>
                      </c:pt>
                      <c:pt idx="164">
                        <c:v> 20:00</c:v>
                      </c:pt>
                      <c:pt idx="165">
                        <c:v> 21:00</c:v>
                      </c:pt>
                      <c:pt idx="166">
                        <c:v> 22:00</c:v>
                      </c:pt>
                      <c:pt idx="167">
                        <c:v> 23:00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'6 Hourly trips and durations'!$C$2:$C$169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0</c:v>
                      </c:pt>
                      <c:pt idx="25">
                        <c:v>1</c:v>
                      </c:pt>
                      <c:pt idx="26">
                        <c:v>2</c:v>
                      </c:pt>
                      <c:pt idx="27">
                        <c:v>3</c:v>
                      </c:pt>
                      <c:pt idx="28">
                        <c:v>4</c:v>
                      </c:pt>
                      <c:pt idx="29">
                        <c:v>5</c:v>
                      </c:pt>
                      <c:pt idx="30">
                        <c:v>6</c:v>
                      </c:pt>
                      <c:pt idx="31">
                        <c:v>7</c:v>
                      </c:pt>
                      <c:pt idx="32">
                        <c:v>8</c:v>
                      </c:pt>
                      <c:pt idx="33">
                        <c:v>9</c:v>
                      </c:pt>
                      <c:pt idx="34">
                        <c:v>10</c:v>
                      </c:pt>
                      <c:pt idx="35">
                        <c:v>11</c:v>
                      </c:pt>
                      <c:pt idx="36">
                        <c:v>12</c:v>
                      </c:pt>
                      <c:pt idx="37">
                        <c:v>13</c:v>
                      </c:pt>
                      <c:pt idx="38">
                        <c:v>14</c:v>
                      </c:pt>
                      <c:pt idx="39">
                        <c:v>15</c:v>
                      </c:pt>
                      <c:pt idx="40">
                        <c:v>16</c:v>
                      </c:pt>
                      <c:pt idx="41">
                        <c:v>17</c:v>
                      </c:pt>
                      <c:pt idx="42">
                        <c:v>18</c:v>
                      </c:pt>
                      <c:pt idx="43">
                        <c:v>19</c:v>
                      </c:pt>
                      <c:pt idx="44">
                        <c:v>20</c:v>
                      </c:pt>
                      <c:pt idx="45">
                        <c:v>21</c:v>
                      </c:pt>
                      <c:pt idx="46">
                        <c:v>22</c:v>
                      </c:pt>
                      <c:pt idx="47">
                        <c:v>23</c:v>
                      </c:pt>
                      <c:pt idx="48">
                        <c:v>0</c:v>
                      </c:pt>
                      <c:pt idx="49">
                        <c:v>1</c:v>
                      </c:pt>
                      <c:pt idx="50">
                        <c:v>2</c:v>
                      </c:pt>
                      <c:pt idx="51">
                        <c:v>3</c:v>
                      </c:pt>
                      <c:pt idx="52">
                        <c:v>4</c:v>
                      </c:pt>
                      <c:pt idx="53">
                        <c:v>5</c:v>
                      </c:pt>
                      <c:pt idx="54">
                        <c:v>6</c:v>
                      </c:pt>
                      <c:pt idx="55">
                        <c:v>7</c:v>
                      </c:pt>
                      <c:pt idx="56">
                        <c:v>8</c:v>
                      </c:pt>
                      <c:pt idx="57">
                        <c:v>9</c:v>
                      </c:pt>
                      <c:pt idx="58">
                        <c:v>10</c:v>
                      </c:pt>
                      <c:pt idx="59">
                        <c:v>11</c:v>
                      </c:pt>
                      <c:pt idx="60">
                        <c:v>12</c:v>
                      </c:pt>
                      <c:pt idx="61">
                        <c:v>13</c:v>
                      </c:pt>
                      <c:pt idx="62">
                        <c:v>14</c:v>
                      </c:pt>
                      <c:pt idx="63">
                        <c:v>15</c:v>
                      </c:pt>
                      <c:pt idx="64">
                        <c:v>16</c:v>
                      </c:pt>
                      <c:pt idx="65">
                        <c:v>17</c:v>
                      </c:pt>
                      <c:pt idx="66">
                        <c:v>18</c:v>
                      </c:pt>
                      <c:pt idx="67">
                        <c:v>19</c:v>
                      </c:pt>
                      <c:pt idx="68">
                        <c:v>20</c:v>
                      </c:pt>
                      <c:pt idx="69">
                        <c:v>21</c:v>
                      </c:pt>
                      <c:pt idx="70">
                        <c:v>22</c:v>
                      </c:pt>
                      <c:pt idx="71">
                        <c:v>23</c:v>
                      </c:pt>
                      <c:pt idx="72">
                        <c:v>0</c:v>
                      </c:pt>
                      <c:pt idx="73">
                        <c:v>1</c:v>
                      </c:pt>
                      <c:pt idx="74">
                        <c:v>2</c:v>
                      </c:pt>
                      <c:pt idx="75">
                        <c:v>3</c:v>
                      </c:pt>
                      <c:pt idx="76">
                        <c:v>4</c:v>
                      </c:pt>
                      <c:pt idx="77">
                        <c:v>5</c:v>
                      </c:pt>
                      <c:pt idx="78">
                        <c:v>6</c:v>
                      </c:pt>
                      <c:pt idx="79">
                        <c:v>7</c:v>
                      </c:pt>
                      <c:pt idx="80">
                        <c:v>8</c:v>
                      </c:pt>
                      <c:pt idx="81">
                        <c:v>9</c:v>
                      </c:pt>
                      <c:pt idx="82">
                        <c:v>10</c:v>
                      </c:pt>
                      <c:pt idx="83">
                        <c:v>11</c:v>
                      </c:pt>
                      <c:pt idx="84">
                        <c:v>12</c:v>
                      </c:pt>
                      <c:pt idx="85">
                        <c:v>13</c:v>
                      </c:pt>
                      <c:pt idx="86">
                        <c:v>14</c:v>
                      </c:pt>
                      <c:pt idx="87">
                        <c:v>15</c:v>
                      </c:pt>
                      <c:pt idx="88">
                        <c:v>16</c:v>
                      </c:pt>
                      <c:pt idx="89">
                        <c:v>17</c:v>
                      </c:pt>
                      <c:pt idx="90">
                        <c:v>18</c:v>
                      </c:pt>
                      <c:pt idx="91">
                        <c:v>19</c:v>
                      </c:pt>
                      <c:pt idx="92">
                        <c:v>20</c:v>
                      </c:pt>
                      <c:pt idx="93">
                        <c:v>21</c:v>
                      </c:pt>
                      <c:pt idx="94">
                        <c:v>22</c:v>
                      </c:pt>
                      <c:pt idx="95">
                        <c:v>23</c:v>
                      </c:pt>
                      <c:pt idx="96">
                        <c:v>0</c:v>
                      </c:pt>
                      <c:pt idx="97">
                        <c:v>1</c:v>
                      </c:pt>
                      <c:pt idx="98">
                        <c:v>2</c:v>
                      </c:pt>
                      <c:pt idx="99">
                        <c:v>3</c:v>
                      </c:pt>
                      <c:pt idx="100">
                        <c:v>4</c:v>
                      </c:pt>
                      <c:pt idx="101">
                        <c:v>5</c:v>
                      </c:pt>
                      <c:pt idx="102">
                        <c:v>6</c:v>
                      </c:pt>
                      <c:pt idx="103">
                        <c:v>7</c:v>
                      </c:pt>
                      <c:pt idx="104">
                        <c:v>8</c:v>
                      </c:pt>
                      <c:pt idx="105">
                        <c:v>9</c:v>
                      </c:pt>
                      <c:pt idx="106">
                        <c:v>10</c:v>
                      </c:pt>
                      <c:pt idx="107">
                        <c:v>11</c:v>
                      </c:pt>
                      <c:pt idx="108">
                        <c:v>12</c:v>
                      </c:pt>
                      <c:pt idx="109">
                        <c:v>13</c:v>
                      </c:pt>
                      <c:pt idx="110">
                        <c:v>14</c:v>
                      </c:pt>
                      <c:pt idx="111">
                        <c:v>15</c:v>
                      </c:pt>
                      <c:pt idx="112">
                        <c:v>16</c:v>
                      </c:pt>
                      <c:pt idx="113">
                        <c:v>17</c:v>
                      </c:pt>
                      <c:pt idx="114">
                        <c:v>18</c:v>
                      </c:pt>
                      <c:pt idx="115">
                        <c:v>19</c:v>
                      </c:pt>
                      <c:pt idx="116">
                        <c:v>20</c:v>
                      </c:pt>
                      <c:pt idx="117">
                        <c:v>21</c:v>
                      </c:pt>
                      <c:pt idx="118">
                        <c:v>22</c:v>
                      </c:pt>
                      <c:pt idx="119">
                        <c:v>23</c:v>
                      </c:pt>
                      <c:pt idx="120">
                        <c:v>0</c:v>
                      </c:pt>
                      <c:pt idx="121">
                        <c:v>1</c:v>
                      </c:pt>
                      <c:pt idx="122">
                        <c:v>2</c:v>
                      </c:pt>
                      <c:pt idx="123">
                        <c:v>3</c:v>
                      </c:pt>
                      <c:pt idx="124">
                        <c:v>4</c:v>
                      </c:pt>
                      <c:pt idx="125">
                        <c:v>5</c:v>
                      </c:pt>
                      <c:pt idx="126">
                        <c:v>6</c:v>
                      </c:pt>
                      <c:pt idx="127">
                        <c:v>7</c:v>
                      </c:pt>
                      <c:pt idx="128">
                        <c:v>8</c:v>
                      </c:pt>
                      <c:pt idx="129">
                        <c:v>9</c:v>
                      </c:pt>
                      <c:pt idx="130">
                        <c:v>10</c:v>
                      </c:pt>
                      <c:pt idx="131">
                        <c:v>11</c:v>
                      </c:pt>
                      <c:pt idx="132">
                        <c:v>12</c:v>
                      </c:pt>
                      <c:pt idx="133">
                        <c:v>13</c:v>
                      </c:pt>
                      <c:pt idx="134">
                        <c:v>14</c:v>
                      </c:pt>
                      <c:pt idx="135">
                        <c:v>15</c:v>
                      </c:pt>
                      <c:pt idx="136">
                        <c:v>16</c:v>
                      </c:pt>
                      <c:pt idx="137">
                        <c:v>17</c:v>
                      </c:pt>
                      <c:pt idx="138">
                        <c:v>18</c:v>
                      </c:pt>
                      <c:pt idx="139">
                        <c:v>19</c:v>
                      </c:pt>
                      <c:pt idx="140">
                        <c:v>20</c:v>
                      </c:pt>
                      <c:pt idx="141">
                        <c:v>21</c:v>
                      </c:pt>
                      <c:pt idx="142">
                        <c:v>22</c:v>
                      </c:pt>
                      <c:pt idx="143">
                        <c:v>23</c:v>
                      </c:pt>
                      <c:pt idx="144">
                        <c:v>0</c:v>
                      </c:pt>
                      <c:pt idx="145">
                        <c:v>1</c:v>
                      </c:pt>
                      <c:pt idx="146">
                        <c:v>2</c:v>
                      </c:pt>
                      <c:pt idx="147">
                        <c:v>3</c:v>
                      </c:pt>
                      <c:pt idx="148">
                        <c:v>4</c:v>
                      </c:pt>
                      <c:pt idx="149">
                        <c:v>5</c:v>
                      </c:pt>
                      <c:pt idx="150">
                        <c:v>6</c:v>
                      </c:pt>
                      <c:pt idx="151">
                        <c:v>7</c:v>
                      </c:pt>
                      <c:pt idx="152">
                        <c:v>8</c:v>
                      </c:pt>
                      <c:pt idx="153">
                        <c:v>9</c:v>
                      </c:pt>
                      <c:pt idx="154">
                        <c:v>10</c:v>
                      </c:pt>
                      <c:pt idx="155">
                        <c:v>11</c:v>
                      </c:pt>
                      <c:pt idx="156">
                        <c:v>12</c:v>
                      </c:pt>
                      <c:pt idx="157">
                        <c:v>13</c:v>
                      </c:pt>
                      <c:pt idx="158">
                        <c:v>14</c:v>
                      </c:pt>
                      <c:pt idx="159">
                        <c:v>15</c:v>
                      </c:pt>
                      <c:pt idx="160">
                        <c:v>16</c:v>
                      </c:pt>
                      <c:pt idx="161">
                        <c:v>17</c:v>
                      </c:pt>
                      <c:pt idx="162">
                        <c:v>18</c:v>
                      </c:pt>
                      <c:pt idx="163">
                        <c:v>19</c:v>
                      </c:pt>
                      <c:pt idx="164">
                        <c:v>20</c:v>
                      </c:pt>
                      <c:pt idx="165">
                        <c:v>21</c:v>
                      </c:pt>
                      <c:pt idx="166">
                        <c:v>22</c:v>
                      </c:pt>
                      <c:pt idx="167">
                        <c:v>23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7C8E-48DE-AE7E-7AAA741FA1F2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durations'!$F$1</c15:sqref>
                        </c15:formulaRef>
                      </c:ext>
                    </c:extLst>
                    <c:strCache>
                      <c:ptCount val="1"/>
                      <c:pt idx="0">
                        <c:v>Casual Avg Duration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durations'!$A$2:$A$169</c15:sqref>
                        </c15:formulaRef>
                      </c:ext>
                    </c:extLst>
                    <c:strCache>
                      <c:ptCount val="168"/>
                      <c:pt idx="0">
                        <c:v>Monday - 00:00</c:v>
                      </c:pt>
                      <c:pt idx="1">
                        <c:v> 01:00</c:v>
                      </c:pt>
                      <c:pt idx="2">
                        <c:v> 02:00</c:v>
                      </c:pt>
                      <c:pt idx="3">
                        <c:v> 03:00</c:v>
                      </c:pt>
                      <c:pt idx="4">
                        <c:v> 04:00</c:v>
                      </c:pt>
                      <c:pt idx="5">
                        <c:v> 05:00</c:v>
                      </c:pt>
                      <c:pt idx="6">
                        <c:v> 06:00</c:v>
                      </c:pt>
                      <c:pt idx="7">
                        <c:v> 07:00</c:v>
                      </c:pt>
                      <c:pt idx="8">
                        <c:v> 08:00</c:v>
                      </c:pt>
                      <c:pt idx="9">
                        <c:v> 09:00</c:v>
                      </c:pt>
                      <c:pt idx="10">
                        <c:v> 10:00</c:v>
                      </c:pt>
                      <c:pt idx="11">
                        <c:v> 11:00</c:v>
                      </c:pt>
                      <c:pt idx="12">
                        <c:v> 12:00</c:v>
                      </c:pt>
                      <c:pt idx="13">
                        <c:v> 13:00</c:v>
                      </c:pt>
                      <c:pt idx="14">
                        <c:v> 14:00</c:v>
                      </c:pt>
                      <c:pt idx="15">
                        <c:v> 15:00</c:v>
                      </c:pt>
                      <c:pt idx="16">
                        <c:v> 16:00</c:v>
                      </c:pt>
                      <c:pt idx="17">
                        <c:v> 17:00</c:v>
                      </c:pt>
                      <c:pt idx="18">
                        <c:v> 18:00</c:v>
                      </c:pt>
                      <c:pt idx="19">
                        <c:v> 19:00</c:v>
                      </c:pt>
                      <c:pt idx="20">
                        <c:v> 20:00</c:v>
                      </c:pt>
                      <c:pt idx="21">
                        <c:v> 21:00</c:v>
                      </c:pt>
                      <c:pt idx="22">
                        <c:v> 22:00</c:v>
                      </c:pt>
                      <c:pt idx="23">
                        <c:v> 23:00</c:v>
                      </c:pt>
                      <c:pt idx="24">
                        <c:v>Tuesday - 00:00</c:v>
                      </c:pt>
                      <c:pt idx="25">
                        <c:v> 01:00</c:v>
                      </c:pt>
                      <c:pt idx="26">
                        <c:v> 02:00</c:v>
                      </c:pt>
                      <c:pt idx="27">
                        <c:v> 03:00</c:v>
                      </c:pt>
                      <c:pt idx="28">
                        <c:v> 04:00</c:v>
                      </c:pt>
                      <c:pt idx="29">
                        <c:v> 05:00</c:v>
                      </c:pt>
                      <c:pt idx="30">
                        <c:v> 06:00</c:v>
                      </c:pt>
                      <c:pt idx="31">
                        <c:v> 07:00</c:v>
                      </c:pt>
                      <c:pt idx="32">
                        <c:v> 08:00</c:v>
                      </c:pt>
                      <c:pt idx="33">
                        <c:v> 09:00</c:v>
                      </c:pt>
                      <c:pt idx="34">
                        <c:v> 10:00</c:v>
                      </c:pt>
                      <c:pt idx="35">
                        <c:v> 11:00</c:v>
                      </c:pt>
                      <c:pt idx="36">
                        <c:v> 12:00</c:v>
                      </c:pt>
                      <c:pt idx="37">
                        <c:v> 13:00</c:v>
                      </c:pt>
                      <c:pt idx="38">
                        <c:v> 14:00</c:v>
                      </c:pt>
                      <c:pt idx="39">
                        <c:v> 15:00</c:v>
                      </c:pt>
                      <c:pt idx="40">
                        <c:v> 16:00</c:v>
                      </c:pt>
                      <c:pt idx="41">
                        <c:v> 17:00</c:v>
                      </c:pt>
                      <c:pt idx="42">
                        <c:v> 18:00</c:v>
                      </c:pt>
                      <c:pt idx="43">
                        <c:v> 19:00</c:v>
                      </c:pt>
                      <c:pt idx="44">
                        <c:v> 20:00</c:v>
                      </c:pt>
                      <c:pt idx="45">
                        <c:v> 21:00</c:v>
                      </c:pt>
                      <c:pt idx="46">
                        <c:v> 22:00</c:v>
                      </c:pt>
                      <c:pt idx="47">
                        <c:v> 23:00</c:v>
                      </c:pt>
                      <c:pt idx="48">
                        <c:v>Wednesday - 00:00</c:v>
                      </c:pt>
                      <c:pt idx="49">
                        <c:v> 01:00</c:v>
                      </c:pt>
                      <c:pt idx="50">
                        <c:v> 02:00</c:v>
                      </c:pt>
                      <c:pt idx="51">
                        <c:v> 03:00</c:v>
                      </c:pt>
                      <c:pt idx="52">
                        <c:v> 04:00</c:v>
                      </c:pt>
                      <c:pt idx="53">
                        <c:v> 05:00</c:v>
                      </c:pt>
                      <c:pt idx="54">
                        <c:v> 06:00</c:v>
                      </c:pt>
                      <c:pt idx="55">
                        <c:v> 07:00</c:v>
                      </c:pt>
                      <c:pt idx="56">
                        <c:v> 08:00</c:v>
                      </c:pt>
                      <c:pt idx="57">
                        <c:v> 09:00</c:v>
                      </c:pt>
                      <c:pt idx="58">
                        <c:v> 10:00</c:v>
                      </c:pt>
                      <c:pt idx="59">
                        <c:v> 11:00</c:v>
                      </c:pt>
                      <c:pt idx="60">
                        <c:v> 12:00</c:v>
                      </c:pt>
                      <c:pt idx="61">
                        <c:v> 13:00</c:v>
                      </c:pt>
                      <c:pt idx="62">
                        <c:v> 14:00</c:v>
                      </c:pt>
                      <c:pt idx="63">
                        <c:v> 15:00</c:v>
                      </c:pt>
                      <c:pt idx="64">
                        <c:v> 16:00</c:v>
                      </c:pt>
                      <c:pt idx="65">
                        <c:v> 17:00</c:v>
                      </c:pt>
                      <c:pt idx="66">
                        <c:v> 18:00</c:v>
                      </c:pt>
                      <c:pt idx="67">
                        <c:v> 19:00</c:v>
                      </c:pt>
                      <c:pt idx="68">
                        <c:v> 20:00</c:v>
                      </c:pt>
                      <c:pt idx="69">
                        <c:v> 21:00</c:v>
                      </c:pt>
                      <c:pt idx="70">
                        <c:v> 22:00</c:v>
                      </c:pt>
                      <c:pt idx="71">
                        <c:v> 23:00</c:v>
                      </c:pt>
                      <c:pt idx="72">
                        <c:v>Thursday - 00:00</c:v>
                      </c:pt>
                      <c:pt idx="73">
                        <c:v> 01:00</c:v>
                      </c:pt>
                      <c:pt idx="74">
                        <c:v> 02:00</c:v>
                      </c:pt>
                      <c:pt idx="75">
                        <c:v> 03:00</c:v>
                      </c:pt>
                      <c:pt idx="76">
                        <c:v> 04:00</c:v>
                      </c:pt>
                      <c:pt idx="77">
                        <c:v> 05:00</c:v>
                      </c:pt>
                      <c:pt idx="78">
                        <c:v> 06:00</c:v>
                      </c:pt>
                      <c:pt idx="79">
                        <c:v> 07:00</c:v>
                      </c:pt>
                      <c:pt idx="80">
                        <c:v> 08:00</c:v>
                      </c:pt>
                      <c:pt idx="81">
                        <c:v> 09:00</c:v>
                      </c:pt>
                      <c:pt idx="82">
                        <c:v> 10:00</c:v>
                      </c:pt>
                      <c:pt idx="83">
                        <c:v> 11:00</c:v>
                      </c:pt>
                      <c:pt idx="84">
                        <c:v> 12:00</c:v>
                      </c:pt>
                      <c:pt idx="85">
                        <c:v> 13:00</c:v>
                      </c:pt>
                      <c:pt idx="86">
                        <c:v> 14:00</c:v>
                      </c:pt>
                      <c:pt idx="87">
                        <c:v> 15:00</c:v>
                      </c:pt>
                      <c:pt idx="88">
                        <c:v> 16:00</c:v>
                      </c:pt>
                      <c:pt idx="89">
                        <c:v> 17:00</c:v>
                      </c:pt>
                      <c:pt idx="90">
                        <c:v> 18:00</c:v>
                      </c:pt>
                      <c:pt idx="91">
                        <c:v> 19:00</c:v>
                      </c:pt>
                      <c:pt idx="92">
                        <c:v> 20:00</c:v>
                      </c:pt>
                      <c:pt idx="93">
                        <c:v> 21:00</c:v>
                      </c:pt>
                      <c:pt idx="94">
                        <c:v> 22:00</c:v>
                      </c:pt>
                      <c:pt idx="95">
                        <c:v> 23:00</c:v>
                      </c:pt>
                      <c:pt idx="96">
                        <c:v>Friday - 00:00</c:v>
                      </c:pt>
                      <c:pt idx="97">
                        <c:v> 01:00</c:v>
                      </c:pt>
                      <c:pt idx="98">
                        <c:v> 02:00</c:v>
                      </c:pt>
                      <c:pt idx="99">
                        <c:v> 03:00</c:v>
                      </c:pt>
                      <c:pt idx="100">
                        <c:v> 04:00</c:v>
                      </c:pt>
                      <c:pt idx="101">
                        <c:v> 05:00</c:v>
                      </c:pt>
                      <c:pt idx="102">
                        <c:v> 06:00</c:v>
                      </c:pt>
                      <c:pt idx="103">
                        <c:v> 07:00</c:v>
                      </c:pt>
                      <c:pt idx="104">
                        <c:v> 08:00</c:v>
                      </c:pt>
                      <c:pt idx="105">
                        <c:v> 09:00</c:v>
                      </c:pt>
                      <c:pt idx="106">
                        <c:v> 10:00</c:v>
                      </c:pt>
                      <c:pt idx="107">
                        <c:v> 11:00</c:v>
                      </c:pt>
                      <c:pt idx="108">
                        <c:v> 12:00</c:v>
                      </c:pt>
                      <c:pt idx="109">
                        <c:v> 13:00</c:v>
                      </c:pt>
                      <c:pt idx="110">
                        <c:v> 14:00</c:v>
                      </c:pt>
                      <c:pt idx="111">
                        <c:v> 15:00</c:v>
                      </c:pt>
                      <c:pt idx="112">
                        <c:v> 16:00</c:v>
                      </c:pt>
                      <c:pt idx="113">
                        <c:v> 17:00</c:v>
                      </c:pt>
                      <c:pt idx="114">
                        <c:v> 18:00</c:v>
                      </c:pt>
                      <c:pt idx="115">
                        <c:v> 19:00</c:v>
                      </c:pt>
                      <c:pt idx="116">
                        <c:v> 20:00</c:v>
                      </c:pt>
                      <c:pt idx="117">
                        <c:v> 21:00</c:v>
                      </c:pt>
                      <c:pt idx="118">
                        <c:v> 22:00</c:v>
                      </c:pt>
                      <c:pt idx="119">
                        <c:v> 23:00</c:v>
                      </c:pt>
                      <c:pt idx="120">
                        <c:v>Saturday - 00:00</c:v>
                      </c:pt>
                      <c:pt idx="121">
                        <c:v> 01:00</c:v>
                      </c:pt>
                      <c:pt idx="122">
                        <c:v> 02:00</c:v>
                      </c:pt>
                      <c:pt idx="123">
                        <c:v> 03:00</c:v>
                      </c:pt>
                      <c:pt idx="124">
                        <c:v> 04:00</c:v>
                      </c:pt>
                      <c:pt idx="125">
                        <c:v> 05:00</c:v>
                      </c:pt>
                      <c:pt idx="126">
                        <c:v> 06:00</c:v>
                      </c:pt>
                      <c:pt idx="127">
                        <c:v> 07:00</c:v>
                      </c:pt>
                      <c:pt idx="128">
                        <c:v> 08:00</c:v>
                      </c:pt>
                      <c:pt idx="129">
                        <c:v> 09:00</c:v>
                      </c:pt>
                      <c:pt idx="130">
                        <c:v> 10:00</c:v>
                      </c:pt>
                      <c:pt idx="131">
                        <c:v> 11:00</c:v>
                      </c:pt>
                      <c:pt idx="132">
                        <c:v> 12:00</c:v>
                      </c:pt>
                      <c:pt idx="133">
                        <c:v> 13:00</c:v>
                      </c:pt>
                      <c:pt idx="134">
                        <c:v> 14:00</c:v>
                      </c:pt>
                      <c:pt idx="135">
                        <c:v> 15:00</c:v>
                      </c:pt>
                      <c:pt idx="136">
                        <c:v> 16:00</c:v>
                      </c:pt>
                      <c:pt idx="137">
                        <c:v> 17:00</c:v>
                      </c:pt>
                      <c:pt idx="138">
                        <c:v> 18:00</c:v>
                      </c:pt>
                      <c:pt idx="139">
                        <c:v> 19:00</c:v>
                      </c:pt>
                      <c:pt idx="140">
                        <c:v> 20:00</c:v>
                      </c:pt>
                      <c:pt idx="141">
                        <c:v> 21:00</c:v>
                      </c:pt>
                      <c:pt idx="142">
                        <c:v> 22:00</c:v>
                      </c:pt>
                      <c:pt idx="143">
                        <c:v> 23:00</c:v>
                      </c:pt>
                      <c:pt idx="144">
                        <c:v>Sunday - 00:00</c:v>
                      </c:pt>
                      <c:pt idx="145">
                        <c:v> 01:00</c:v>
                      </c:pt>
                      <c:pt idx="146">
                        <c:v> 02:00</c:v>
                      </c:pt>
                      <c:pt idx="147">
                        <c:v> 03:00</c:v>
                      </c:pt>
                      <c:pt idx="148">
                        <c:v> 04:00</c:v>
                      </c:pt>
                      <c:pt idx="149">
                        <c:v> 05:00</c:v>
                      </c:pt>
                      <c:pt idx="150">
                        <c:v> 06:00</c:v>
                      </c:pt>
                      <c:pt idx="151">
                        <c:v> 07:00</c:v>
                      </c:pt>
                      <c:pt idx="152">
                        <c:v> 08:00</c:v>
                      </c:pt>
                      <c:pt idx="153">
                        <c:v> 09:00</c:v>
                      </c:pt>
                      <c:pt idx="154">
                        <c:v> 10:00</c:v>
                      </c:pt>
                      <c:pt idx="155">
                        <c:v> 11:00</c:v>
                      </c:pt>
                      <c:pt idx="156">
                        <c:v> 12:00</c:v>
                      </c:pt>
                      <c:pt idx="157">
                        <c:v> 13:00</c:v>
                      </c:pt>
                      <c:pt idx="158">
                        <c:v> 14:00</c:v>
                      </c:pt>
                      <c:pt idx="159">
                        <c:v> 15:00</c:v>
                      </c:pt>
                      <c:pt idx="160">
                        <c:v> 16:00</c:v>
                      </c:pt>
                      <c:pt idx="161">
                        <c:v> 17:00</c:v>
                      </c:pt>
                      <c:pt idx="162">
                        <c:v> 18:00</c:v>
                      </c:pt>
                      <c:pt idx="163">
                        <c:v> 19:00</c:v>
                      </c:pt>
                      <c:pt idx="164">
                        <c:v> 20:00</c:v>
                      </c:pt>
                      <c:pt idx="165">
                        <c:v> 21:00</c:v>
                      </c:pt>
                      <c:pt idx="166">
                        <c:v> 22:00</c:v>
                      </c:pt>
                      <c:pt idx="167">
                        <c:v> 23:00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durations'!$F$2:$F$169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16.2</c:v>
                      </c:pt>
                      <c:pt idx="1">
                        <c:v>18.46</c:v>
                      </c:pt>
                      <c:pt idx="2">
                        <c:v>16.809999999999999</c:v>
                      </c:pt>
                      <c:pt idx="3">
                        <c:v>21.46</c:v>
                      </c:pt>
                      <c:pt idx="4">
                        <c:v>13.23</c:v>
                      </c:pt>
                      <c:pt idx="5">
                        <c:v>12.09</c:v>
                      </c:pt>
                      <c:pt idx="6">
                        <c:v>11.43</c:v>
                      </c:pt>
                      <c:pt idx="7">
                        <c:v>11.35</c:v>
                      </c:pt>
                      <c:pt idx="8">
                        <c:v>13.68</c:v>
                      </c:pt>
                      <c:pt idx="9">
                        <c:v>19.48</c:v>
                      </c:pt>
                      <c:pt idx="10">
                        <c:v>24.88</c:v>
                      </c:pt>
                      <c:pt idx="11">
                        <c:v>23.97</c:v>
                      </c:pt>
                      <c:pt idx="12">
                        <c:v>22.56</c:v>
                      </c:pt>
                      <c:pt idx="13">
                        <c:v>22.95</c:v>
                      </c:pt>
                      <c:pt idx="14">
                        <c:v>22.07</c:v>
                      </c:pt>
                      <c:pt idx="15">
                        <c:v>20.69</c:v>
                      </c:pt>
                      <c:pt idx="16">
                        <c:v>18.23</c:v>
                      </c:pt>
                      <c:pt idx="17">
                        <c:v>17.329999999999998</c:v>
                      </c:pt>
                      <c:pt idx="18">
                        <c:v>16.86</c:v>
                      </c:pt>
                      <c:pt idx="19">
                        <c:v>17.079999999999998</c:v>
                      </c:pt>
                      <c:pt idx="20">
                        <c:v>16.63</c:v>
                      </c:pt>
                      <c:pt idx="21">
                        <c:v>14.97</c:v>
                      </c:pt>
                      <c:pt idx="22">
                        <c:v>15.78</c:v>
                      </c:pt>
                      <c:pt idx="23">
                        <c:v>16.79</c:v>
                      </c:pt>
                      <c:pt idx="24">
                        <c:v>16.77</c:v>
                      </c:pt>
                      <c:pt idx="25">
                        <c:v>16.38</c:v>
                      </c:pt>
                      <c:pt idx="26">
                        <c:v>14.3</c:v>
                      </c:pt>
                      <c:pt idx="27">
                        <c:v>17.27</c:v>
                      </c:pt>
                      <c:pt idx="28">
                        <c:v>11.5</c:v>
                      </c:pt>
                      <c:pt idx="29">
                        <c:v>10.69</c:v>
                      </c:pt>
                      <c:pt idx="30">
                        <c:v>10.52</c:v>
                      </c:pt>
                      <c:pt idx="31">
                        <c:v>10.5</c:v>
                      </c:pt>
                      <c:pt idx="32">
                        <c:v>11.82</c:v>
                      </c:pt>
                      <c:pt idx="33">
                        <c:v>15.93</c:v>
                      </c:pt>
                      <c:pt idx="34">
                        <c:v>21.25</c:v>
                      </c:pt>
                      <c:pt idx="35">
                        <c:v>21.96</c:v>
                      </c:pt>
                      <c:pt idx="36">
                        <c:v>20.100000000000001</c:v>
                      </c:pt>
                      <c:pt idx="37">
                        <c:v>19.25</c:v>
                      </c:pt>
                      <c:pt idx="38">
                        <c:v>19.39</c:v>
                      </c:pt>
                      <c:pt idx="39">
                        <c:v>17.18</c:v>
                      </c:pt>
                      <c:pt idx="40">
                        <c:v>15.45</c:v>
                      </c:pt>
                      <c:pt idx="41">
                        <c:v>15.61</c:v>
                      </c:pt>
                      <c:pt idx="42">
                        <c:v>15.83</c:v>
                      </c:pt>
                      <c:pt idx="43">
                        <c:v>15.67</c:v>
                      </c:pt>
                      <c:pt idx="44">
                        <c:v>14.98</c:v>
                      </c:pt>
                      <c:pt idx="45">
                        <c:v>14.53</c:v>
                      </c:pt>
                      <c:pt idx="46">
                        <c:v>14.94</c:v>
                      </c:pt>
                      <c:pt idx="47">
                        <c:v>14.56</c:v>
                      </c:pt>
                      <c:pt idx="48">
                        <c:v>14.07</c:v>
                      </c:pt>
                      <c:pt idx="49">
                        <c:v>14.33</c:v>
                      </c:pt>
                      <c:pt idx="50">
                        <c:v>16.64</c:v>
                      </c:pt>
                      <c:pt idx="51">
                        <c:v>14.58</c:v>
                      </c:pt>
                      <c:pt idx="52">
                        <c:v>10.199999999999999</c:v>
                      </c:pt>
                      <c:pt idx="53">
                        <c:v>10.6</c:v>
                      </c:pt>
                      <c:pt idx="54">
                        <c:v>10.62</c:v>
                      </c:pt>
                      <c:pt idx="55">
                        <c:v>10.73</c:v>
                      </c:pt>
                      <c:pt idx="56">
                        <c:v>11.35</c:v>
                      </c:pt>
                      <c:pt idx="57">
                        <c:v>14.41</c:v>
                      </c:pt>
                      <c:pt idx="58">
                        <c:v>19.04</c:v>
                      </c:pt>
                      <c:pt idx="59">
                        <c:v>18.91</c:v>
                      </c:pt>
                      <c:pt idx="60">
                        <c:v>17.62</c:v>
                      </c:pt>
                      <c:pt idx="61">
                        <c:v>18.45</c:v>
                      </c:pt>
                      <c:pt idx="62">
                        <c:v>18.489999999999998</c:v>
                      </c:pt>
                      <c:pt idx="63">
                        <c:v>16.8</c:v>
                      </c:pt>
                      <c:pt idx="64">
                        <c:v>15.68</c:v>
                      </c:pt>
                      <c:pt idx="65">
                        <c:v>15.57</c:v>
                      </c:pt>
                      <c:pt idx="66">
                        <c:v>15.65</c:v>
                      </c:pt>
                      <c:pt idx="67">
                        <c:v>15.13</c:v>
                      </c:pt>
                      <c:pt idx="68">
                        <c:v>15.06</c:v>
                      </c:pt>
                      <c:pt idx="69">
                        <c:v>14.65</c:v>
                      </c:pt>
                      <c:pt idx="70">
                        <c:v>14.31</c:v>
                      </c:pt>
                      <c:pt idx="71">
                        <c:v>14.34</c:v>
                      </c:pt>
                      <c:pt idx="72">
                        <c:v>13.45</c:v>
                      </c:pt>
                      <c:pt idx="73">
                        <c:v>13.37</c:v>
                      </c:pt>
                      <c:pt idx="74">
                        <c:v>12.98</c:v>
                      </c:pt>
                      <c:pt idx="75">
                        <c:v>13.41</c:v>
                      </c:pt>
                      <c:pt idx="76">
                        <c:v>11.62</c:v>
                      </c:pt>
                      <c:pt idx="77">
                        <c:v>11.21</c:v>
                      </c:pt>
                      <c:pt idx="78">
                        <c:v>10.41</c:v>
                      </c:pt>
                      <c:pt idx="79">
                        <c:v>10.92</c:v>
                      </c:pt>
                      <c:pt idx="80">
                        <c:v>11.81</c:v>
                      </c:pt>
                      <c:pt idx="81">
                        <c:v>15.4</c:v>
                      </c:pt>
                      <c:pt idx="82">
                        <c:v>21.32</c:v>
                      </c:pt>
                      <c:pt idx="83">
                        <c:v>20.9</c:v>
                      </c:pt>
                      <c:pt idx="84">
                        <c:v>18.95</c:v>
                      </c:pt>
                      <c:pt idx="85">
                        <c:v>19.21</c:v>
                      </c:pt>
                      <c:pt idx="86">
                        <c:v>19.190000000000001</c:v>
                      </c:pt>
                      <c:pt idx="87">
                        <c:v>18.36</c:v>
                      </c:pt>
                      <c:pt idx="88">
                        <c:v>16.149999999999999</c:v>
                      </c:pt>
                      <c:pt idx="89">
                        <c:v>16.05</c:v>
                      </c:pt>
                      <c:pt idx="90">
                        <c:v>15.77</c:v>
                      </c:pt>
                      <c:pt idx="91">
                        <c:v>15.29</c:v>
                      </c:pt>
                      <c:pt idx="92">
                        <c:v>15.2</c:v>
                      </c:pt>
                      <c:pt idx="93">
                        <c:v>13.99</c:v>
                      </c:pt>
                      <c:pt idx="94">
                        <c:v>14.72</c:v>
                      </c:pt>
                      <c:pt idx="95">
                        <c:v>15.93</c:v>
                      </c:pt>
                      <c:pt idx="96">
                        <c:v>13.66</c:v>
                      </c:pt>
                      <c:pt idx="97">
                        <c:v>15.06</c:v>
                      </c:pt>
                      <c:pt idx="98">
                        <c:v>13.51</c:v>
                      </c:pt>
                      <c:pt idx="99">
                        <c:v>13.67</c:v>
                      </c:pt>
                      <c:pt idx="100">
                        <c:v>11.07</c:v>
                      </c:pt>
                      <c:pt idx="101">
                        <c:v>13.68</c:v>
                      </c:pt>
                      <c:pt idx="102">
                        <c:v>11.62</c:v>
                      </c:pt>
                      <c:pt idx="103">
                        <c:v>12.16</c:v>
                      </c:pt>
                      <c:pt idx="104">
                        <c:v>14.5</c:v>
                      </c:pt>
                      <c:pt idx="105">
                        <c:v>18.39</c:v>
                      </c:pt>
                      <c:pt idx="106">
                        <c:v>23.06</c:v>
                      </c:pt>
                      <c:pt idx="107">
                        <c:v>22.15</c:v>
                      </c:pt>
                      <c:pt idx="108">
                        <c:v>21.37</c:v>
                      </c:pt>
                      <c:pt idx="109">
                        <c:v>20.88</c:v>
                      </c:pt>
                      <c:pt idx="110">
                        <c:v>20.91</c:v>
                      </c:pt>
                      <c:pt idx="111">
                        <c:v>19.64</c:v>
                      </c:pt>
                      <c:pt idx="112">
                        <c:v>18.690000000000001</c:v>
                      </c:pt>
                      <c:pt idx="113">
                        <c:v>18.2</c:v>
                      </c:pt>
                      <c:pt idx="114">
                        <c:v>17.489999999999998</c:v>
                      </c:pt>
                      <c:pt idx="115">
                        <c:v>17.190000000000001</c:v>
                      </c:pt>
                      <c:pt idx="116">
                        <c:v>16.52</c:v>
                      </c:pt>
                      <c:pt idx="117">
                        <c:v>16.55</c:v>
                      </c:pt>
                      <c:pt idx="118">
                        <c:v>15.95</c:v>
                      </c:pt>
                      <c:pt idx="119">
                        <c:v>16.920000000000002</c:v>
                      </c:pt>
                      <c:pt idx="120">
                        <c:v>15.07</c:v>
                      </c:pt>
                      <c:pt idx="121">
                        <c:v>15.94</c:v>
                      </c:pt>
                      <c:pt idx="122">
                        <c:v>15.34</c:v>
                      </c:pt>
                      <c:pt idx="123">
                        <c:v>15.86</c:v>
                      </c:pt>
                      <c:pt idx="124">
                        <c:v>17.05</c:v>
                      </c:pt>
                      <c:pt idx="125">
                        <c:v>18.2</c:v>
                      </c:pt>
                      <c:pt idx="126">
                        <c:v>17.190000000000001</c:v>
                      </c:pt>
                      <c:pt idx="127">
                        <c:v>18.09</c:v>
                      </c:pt>
                      <c:pt idx="128">
                        <c:v>19.53</c:v>
                      </c:pt>
                      <c:pt idx="129">
                        <c:v>22.13</c:v>
                      </c:pt>
                      <c:pt idx="130">
                        <c:v>22.87</c:v>
                      </c:pt>
                      <c:pt idx="131">
                        <c:v>23.69</c:v>
                      </c:pt>
                      <c:pt idx="132">
                        <c:v>22.94</c:v>
                      </c:pt>
                      <c:pt idx="133">
                        <c:v>23.09</c:v>
                      </c:pt>
                      <c:pt idx="134">
                        <c:v>22.57</c:v>
                      </c:pt>
                      <c:pt idx="135">
                        <c:v>22.3</c:v>
                      </c:pt>
                      <c:pt idx="136">
                        <c:v>21.43</c:v>
                      </c:pt>
                      <c:pt idx="137">
                        <c:v>21.42</c:v>
                      </c:pt>
                      <c:pt idx="138">
                        <c:v>20.02</c:v>
                      </c:pt>
                      <c:pt idx="139">
                        <c:v>19.100000000000001</c:v>
                      </c:pt>
                      <c:pt idx="140">
                        <c:v>18.75</c:v>
                      </c:pt>
                      <c:pt idx="141">
                        <c:v>18.68</c:v>
                      </c:pt>
                      <c:pt idx="142">
                        <c:v>17.82</c:v>
                      </c:pt>
                      <c:pt idx="143">
                        <c:v>17.25</c:v>
                      </c:pt>
                      <c:pt idx="144">
                        <c:v>15.92</c:v>
                      </c:pt>
                      <c:pt idx="145">
                        <c:v>15.81</c:v>
                      </c:pt>
                      <c:pt idx="146">
                        <c:v>15.72</c:v>
                      </c:pt>
                      <c:pt idx="147">
                        <c:v>15.87</c:v>
                      </c:pt>
                      <c:pt idx="148">
                        <c:v>14.95</c:v>
                      </c:pt>
                      <c:pt idx="149">
                        <c:v>19.61</c:v>
                      </c:pt>
                      <c:pt idx="150">
                        <c:v>21.29</c:v>
                      </c:pt>
                      <c:pt idx="151">
                        <c:v>27.54</c:v>
                      </c:pt>
                      <c:pt idx="152">
                        <c:v>22.58</c:v>
                      </c:pt>
                      <c:pt idx="153">
                        <c:v>23.93</c:v>
                      </c:pt>
                      <c:pt idx="154">
                        <c:v>23.62</c:v>
                      </c:pt>
                      <c:pt idx="155">
                        <c:v>23.9</c:v>
                      </c:pt>
                      <c:pt idx="156">
                        <c:v>23.54</c:v>
                      </c:pt>
                      <c:pt idx="157">
                        <c:v>23.47</c:v>
                      </c:pt>
                      <c:pt idx="158">
                        <c:v>23.93</c:v>
                      </c:pt>
                      <c:pt idx="159">
                        <c:v>22.46</c:v>
                      </c:pt>
                      <c:pt idx="160">
                        <c:v>22.27</c:v>
                      </c:pt>
                      <c:pt idx="161">
                        <c:v>21.52</c:v>
                      </c:pt>
                      <c:pt idx="162">
                        <c:v>20.309999999999999</c:v>
                      </c:pt>
                      <c:pt idx="163">
                        <c:v>19.760000000000002</c:v>
                      </c:pt>
                      <c:pt idx="164">
                        <c:v>17.89</c:v>
                      </c:pt>
                      <c:pt idx="165">
                        <c:v>17.25</c:v>
                      </c:pt>
                      <c:pt idx="166">
                        <c:v>17.39</c:v>
                      </c:pt>
                      <c:pt idx="167">
                        <c:v>18.329999999999998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7C8E-48DE-AE7E-7AAA741FA1F2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durations'!$G$1</c15:sqref>
                        </c15:formulaRef>
                      </c:ext>
                    </c:extLst>
                    <c:strCache>
                      <c:ptCount val="1"/>
                      <c:pt idx="0">
                        <c:v>Member Avg Duration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durations'!$A$2:$A$169</c15:sqref>
                        </c15:formulaRef>
                      </c:ext>
                    </c:extLst>
                    <c:strCache>
                      <c:ptCount val="168"/>
                      <c:pt idx="0">
                        <c:v>Monday - 00:00</c:v>
                      </c:pt>
                      <c:pt idx="1">
                        <c:v> 01:00</c:v>
                      </c:pt>
                      <c:pt idx="2">
                        <c:v> 02:00</c:v>
                      </c:pt>
                      <c:pt idx="3">
                        <c:v> 03:00</c:v>
                      </c:pt>
                      <c:pt idx="4">
                        <c:v> 04:00</c:v>
                      </c:pt>
                      <c:pt idx="5">
                        <c:v> 05:00</c:v>
                      </c:pt>
                      <c:pt idx="6">
                        <c:v> 06:00</c:v>
                      </c:pt>
                      <c:pt idx="7">
                        <c:v> 07:00</c:v>
                      </c:pt>
                      <c:pt idx="8">
                        <c:v> 08:00</c:v>
                      </c:pt>
                      <c:pt idx="9">
                        <c:v> 09:00</c:v>
                      </c:pt>
                      <c:pt idx="10">
                        <c:v> 10:00</c:v>
                      </c:pt>
                      <c:pt idx="11">
                        <c:v> 11:00</c:v>
                      </c:pt>
                      <c:pt idx="12">
                        <c:v> 12:00</c:v>
                      </c:pt>
                      <c:pt idx="13">
                        <c:v> 13:00</c:v>
                      </c:pt>
                      <c:pt idx="14">
                        <c:v> 14:00</c:v>
                      </c:pt>
                      <c:pt idx="15">
                        <c:v> 15:00</c:v>
                      </c:pt>
                      <c:pt idx="16">
                        <c:v> 16:00</c:v>
                      </c:pt>
                      <c:pt idx="17">
                        <c:v> 17:00</c:v>
                      </c:pt>
                      <c:pt idx="18">
                        <c:v> 18:00</c:v>
                      </c:pt>
                      <c:pt idx="19">
                        <c:v> 19:00</c:v>
                      </c:pt>
                      <c:pt idx="20">
                        <c:v> 20:00</c:v>
                      </c:pt>
                      <c:pt idx="21">
                        <c:v> 21:00</c:v>
                      </c:pt>
                      <c:pt idx="22">
                        <c:v> 22:00</c:v>
                      </c:pt>
                      <c:pt idx="23">
                        <c:v> 23:00</c:v>
                      </c:pt>
                      <c:pt idx="24">
                        <c:v>Tuesday - 00:00</c:v>
                      </c:pt>
                      <c:pt idx="25">
                        <c:v> 01:00</c:v>
                      </c:pt>
                      <c:pt idx="26">
                        <c:v> 02:00</c:v>
                      </c:pt>
                      <c:pt idx="27">
                        <c:v> 03:00</c:v>
                      </c:pt>
                      <c:pt idx="28">
                        <c:v> 04:00</c:v>
                      </c:pt>
                      <c:pt idx="29">
                        <c:v> 05:00</c:v>
                      </c:pt>
                      <c:pt idx="30">
                        <c:v> 06:00</c:v>
                      </c:pt>
                      <c:pt idx="31">
                        <c:v> 07:00</c:v>
                      </c:pt>
                      <c:pt idx="32">
                        <c:v> 08:00</c:v>
                      </c:pt>
                      <c:pt idx="33">
                        <c:v> 09:00</c:v>
                      </c:pt>
                      <c:pt idx="34">
                        <c:v> 10:00</c:v>
                      </c:pt>
                      <c:pt idx="35">
                        <c:v> 11:00</c:v>
                      </c:pt>
                      <c:pt idx="36">
                        <c:v> 12:00</c:v>
                      </c:pt>
                      <c:pt idx="37">
                        <c:v> 13:00</c:v>
                      </c:pt>
                      <c:pt idx="38">
                        <c:v> 14:00</c:v>
                      </c:pt>
                      <c:pt idx="39">
                        <c:v> 15:00</c:v>
                      </c:pt>
                      <c:pt idx="40">
                        <c:v> 16:00</c:v>
                      </c:pt>
                      <c:pt idx="41">
                        <c:v> 17:00</c:v>
                      </c:pt>
                      <c:pt idx="42">
                        <c:v> 18:00</c:v>
                      </c:pt>
                      <c:pt idx="43">
                        <c:v> 19:00</c:v>
                      </c:pt>
                      <c:pt idx="44">
                        <c:v> 20:00</c:v>
                      </c:pt>
                      <c:pt idx="45">
                        <c:v> 21:00</c:v>
                      </c:pt>
                      <c:pt idx="46">
                        <c:v> 22:00</c:v>
                      </c:pt>
                      <c:pt idx="47">
                        <c:v> 23:00</c:v>
                      </c:pt>
                      <c:pt idx="48">
                        <c:v>Wednesday - 00:00</c:v>
                      </c:pt>
                      <c:pt idx="49">
                        <c:v> 01:00</c:v>
                      </c:pt>
                      <c:pt idx="50">
                        <c:v> 02:00</c:v>
                      </c:pt>
                      <c:pt idx="51">
                        <c:v> 03:00</c:v>
                      </c:pt>
                      <c:pt idx="52">
                        <c:v> 04:00</c:v>
                      </c:pt>
                      <c:pt idx="53">
                        <c:v> 05:00</c:v>
                      </c:pt>
                      <c:pt idx="54">
                        <c:v> 06:00</c:v>
                      </c:pt>
                      <c:pt idx="55">
                        <c:v> 07:00</c:v>
                      </c:pt>
                      <c:pt idx="56">
                        <c:v> 08:00</c:v>
                      </c:pt>
                      <c:pt idx="57">
                        <c:v> 09:00</c:v>
                      </c:pt>
                      <c:pt idx="58">
                        <c:v> 10:00</c:v>
                      </c:pt>
                      <c:pt idx="59">
                        <c:v> 11:00</c:v>
                      </c:pt>
                      <c:pt idx="60">
                        <c:v> 12:00</c:v>
                      </c:pt>
                      <c:pt idx="61">
                        <c:v> 13:00</c:v>
                      </c:pt>
                      <c:pt idx="62">
                        <c:v> 14:00</c:v>
                      </c:pt>
                      <c:pt idx="63">
                        <c:v> 15:00</c:v>
                      </c:pt>
                      <c:pt idx="64">
                        <c:v> 16:00</c:v>
                      </c:pt>
                      <c:pt idx="65">
                        <c:v> 17:00</c:v>
                      </c:pt>
                      <c:pt idx="66">
                        <c:v> 18:00</c:v>
                      </c:pt>
                      <c:pt idx="67">
                        <c:v> 19:00</c:v>
                      </c:pt>
                      <c:pt idx="68">
                        <c:v> 20:00</c:v>
                      </c:pt>
                      <c:pt idx="69">
                        <c:v> 21:00</c:v>
                      </c:pt>
                      <c:pt idx="70">
                        <c:v> 22:00</c:v>
                      </c:pt>
                      <c:pt idx="71">
                        <c:v> 23:00</c:v>
                      </c:pt>
                      <c:pt idx="72">
                        <c:v>Thursday - 00:00</c:v>
                      </c:pt>
                      <c:pt idx="73">
                        <c:v> 01:00</c:v>
                      </c:pt>
                      <c:pt idx="74">
                        <c:v> 02:00</c:v>
                      </c:pt>
                      <c:pt idx="75">
                        <c:v> 03:00</c:v>
                      </c:pt>
                      <c:pt idx="76">
                        <c:v> 04:00</c:v>
                      </c:pt>
                      <c:pt idx="77">
                        <c:v> 05:00</c:v>
                      </c:pt>
                      <c:pt idx="78">
                        <c:v> 06:00</c:v>
                      </c:pt>
                      <c:pt idx="79">
                        <c:v> 07:00</c:v>
                      </c:pt>
                      <c:pt idx="80">
                        <c:v> 08:00</c:v>
                      </c:pt>
                      <c:pt idx="81">
                        <c:v> 09:00</c:v>
                      </c:pt>
                      <c:pt idx="82">
                        <c:v> 10:00</c:v>
                      </c:pt>
                      <c:pt idx="83">
                        <c:v> 11:00</c:v>
                      </c:pt>
                      <c:pt idx="84">
                        <c:v> 12:00</c:v>
                      </c:pt>
                      <c:pt idx="85">
                        <c:v> 13:00</c:v>
                      </c:pt>
                      <c:pt idx="86">
                        <c:v> 14:00</c:v>
                      </c:pt>
                      <c:pt idx="87">
                        <c:v> 15:00</c:v>
                      </c:pt>
                      <c:pt idx="88">
                        <c:v> 16:00</c:v>
                      </c:pt>
                      <c:pt idx="89">
                        <c:v> 17:00</c:v>
                      </c:pt>
                      <c:pt idx="90">
                        <c:v> 18:00</c:v>
                      </c:pt>
                      <c:pt idx="91">
                        <c:v> 19:00</c:v>
                      </c:pt>
                      <c:pt idx="92">
                        <c:v> 20:00</c:v>
                      </c:pt>
                      <c:pt idx="93">
                        <c:v> 21:00</c:v>
                      </c:pt>
                      <c:pt idx="94">
                        <c:v> 22:00</c:v>
                      </c:pt>
                      <c:pt idx="95">
                        <c:v> 23:00</c:v>
                      </c:pt>
                      <c:pt idx="96">
                        <c:v>Friday - 00:00</c:v>
                      </c:pt>
                      <c:pt idx="97">
                        <c:v> 01:00</c:v>
                      </c:pt>
                      <c:pt idx="98">
                        <c:v> 02:00</c:v>
                      </c:pt>
                      <c:pt idx="99">
                        <c:v> 03:00</c:v>
                      </c:pt>
                      <c:pt idx="100">
                        <c:v> 04:00</c:v>
                      </c:pt>
                      <c:pt idx="101">
                        <c:v> 05:00</c:v>
                      </c:pt>
                      <c:pt idx="102">
                        <c:v> 06:00</c:v>
                      </c:pt>
                      <c:pt idx="103">
                        <c:v> 07:00</c:v>
                      </c:pt>
                      <c:pt idx="104">
                        <c:v> 08:00</c:v>
                      </c:pt>
                      <c:pt idx="105">
                        <c:v> 09:00</c:v>
                      </c:pt>
                      <c:pt idx="106">
                        <c:v> 10:00</c:v>
                      </c:pt>
                      <c:pt idx="107">
                        <c:v> 11:00</c:v>
                      </c:pt>
                      <c:pt idx="108">
                        <c:v> 12:00</c:v>
                      </c:pt>
                      <c:pt idx="109">
                        <c:v> 13:00</c:v>
                      </c:pt>
                      <c:pt idx="110">
                        <c:v> 14:00</c:v>
                      </c:pt>
                      <c:pt idx="111">
                        <c:v> 15:00</c:v>
                      </c:pt>
                      <c:pt idx="112">
                        <c:v> 16:00</c:v>
                      </c:pt>
                      <c:pt idx="113">
                        <c:v> 17:00</c:v>
                      </c:pt>
                      <c:pt idx="114">
                        <c:v> 18:00</c:v>
                      </c:pt>
                      <c:pt idx="115">
                        <c:v> 19:00</c:v>
                      </c:pt>
                      <c:pt idx="116">
                        <c:v> 20:00</c:v>
                      </c:pt>
                      <c:pt idx="117">
                        <c:v> 21:00</c:v>
                      </c:pt>
                      <c:pt idx="118">
                        <c:v> 22:00</c:v>
                      </c:pt>
                      <c:pt idx="119">
                        <c:v> 23:00</c:v>
                      </c:pt>
                      <c:pt idx="120">
                        <c:v>Saturday - 00:00</c:v>
                      </c:pt>
                      <c:pt idx="121">
                        <c:v> 01:00</c:v>
                      </c:pt>
                      <c:pt idx="122">
                        <c:v> 02:00</c:v>
                      </c:pt>
                      <c:pt idx="123">
                        <c:v> 03:00</c:v>
                      </c:pt>
                      <c:pt idx="124">
                        <c:v> 04:00</c:v>
                      </c:pt>
                      <c:pt idx="125">
                        <c:v> 05:00</c:v>
                      </c:pt>
                      <c:pt idx="126">
                        <c:v> 06:00</c:v>
                      </c:pt>
                      <c:pt idx="127">
                        <c:v> 07:00</c:v>
                      </c:pt>
                      <c:pt idx="128">
                        <c:v> 08:00</c:v>
                      </c:pt>
                      <c:pt idx="129">
                        <c:v> 09:00</c:v>
                      </c:pt>
                      <c:pt idx="130">
                        <c:v> 10:00</c:v>
                      </c:pt>
                      <c:pt idx="131">
                        <c:v> 11:00</c:v>
                      </c:pt>
                      <c:pt idx="132">
                        <c:v> 12:00</c:v>
                      </c:pt>
                      <c:pt idx="133">
                        <c:v> 13:00</c:v>
                      </c:pt>
                      <c:pt idx="134">
                        <c:v> 14:00</c:v>
                      </c:pt>
                      <c:pt idx="135">
                        <c:v> 15:00</c:v>
                      </c:pt>
                      <c:pt idx="136">
                        <c:v> 16:00</c:v>
                      </c:pt>
                      <c:pt idx="137">
                        <c:v> 17:00</c:v>
                      </c:pt>
                      <c:pt idx="138">
                        <c:v> 18:00</c:v>
                      </c:pt>
                      <c:pt idx="139">
                        <c:v> 19:00</c:v>
                      </c:pt>
                      <c:pt idx="140">
                        <c:v> 20:00</c:v>
                      </c:pt>
                      <c:pt idx="141">
                        <c:v> 21:00</c:v>
                      </c:pt>
                      <c:pt idx="142">
                        <c:v> 22:00</c:v>
                      </c:pt>
                      <c:pt idx="143">
                        <c:v> 23:00</c:v>
                      </c:pt>
                      <c:pt idx="144">
                        <c:v>Sunday - 00:00</c:v>
                      </c:pt>
                      <c:pt idx="145">
                        <c:v> 01:00</c:v>
                      </c:pt>
                      <c:pt idx="146">
                        <c:v> 02:00</c:v>
                      </c:pt>
                      <c:pt idx="147">
                        <c:v> 03:00</c:v>
                      </c:pt>
                      <c:pt idx="148">
                        <c:v> 04:00</c:v>
                      </c:pt>
                      <c:pt idx="149">
                        <c:v> 05:00</c:v>
                      </c:pt>
                      <c:pt idx="150">
                        <c:v> 06:00</c:v>
                      </c:pt>
                      <c:pt idx="151">
                        <c:v> 07:00</c:v>
                      </c:pt>
                      <c:pt idx="152">
                        <c:v> 08:00</c:v>
                      </c:pt>
                      <c:pt idx="153">
                        <c:v> 09:00</c:v>
                      </c:pt>
                      <c:pt idx="154">
                        <c:v> 10:00</c:v>
                      </c:pt>
                      <c:pt idx="155">
                        <c:v> 11:00</c:v>
                      </c:pt>
                      <c:pt idx="156">
                        <c:v> 12:00</c:v>
                      </c:pt>
                      <c:pt idx="157">
                        <c:v> 13:00</c:v>
                      </c:pt>
                      <c:pt idx="158">
                        <c:v> 14:00</c:v>
                      </c:pt>
                      <c:pt idx="159">
                        <c:v> 15:00</c:v>
                      </c:pt>
                      <c:pt idx="160">
                        <c:v> 16:00</c:v>
                      </c:pt>
                      <c:pt idx="161">
                        <c:v> 17:00</c:v>
                      </c:pt>
                      <c:pt idx="162">
                        <c:v> 18:00</c:v>
                      </c:pt>
                      <c:pt idx="163">
                        <c:v> 19:00</c:v>
                      </c:pt>
                      <c:pt idx="164">
                        <c:v> 20:00</c:v>
                      </c:pt>
                      <c:pt idx="165">
                        <c:v> 21:00</c:v>
                      </c:pt>
                      <c:pt idx="166">
                        <c:v> 22:00</c:v>
                      </c:pt>
                      <c:pt idx="167">
                        <c:v> 23:00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durations'!$G$2:$G$169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11.19</c:v>
                      </c:pt>
                      <c:pt idx="1">
                        <c:v>11.24</c:v>
                      </c:pt>
                      <c:pt idx="2">
                        <c:v>11.58</c:v>
                      </c:pt>
                      <c:pt idx="3">
                        <c:v>12.52</c:v>
                      </c:pt>
                      <c:pt idx="4">
                        <c:v>12.23</c:v>
                      </c:pt>
                      <c:pt idx="5">
                        <c:v>10.11</c:v>
                      </c:pt>
                      <c:pt idx="6">
                        <c:v>10.220000000000001</c:v>
                      </c:pt>
                      <c:pt idx="7">
                        <c:v>10.98</c:v>
                      </c:pt>
                      <c:pt idx="8">
                        <c:v>11.09</c:v>
                      </c:pt>
                      <c:pt idx="9">
                        <c:v>10.51</c:v>
                      </c:pt>
                      <c:pt idx="10">
                        <c:v>11.68</c:v>
                      </c:pt>
                      <c:pt idx="11">
                        <c:v>11.66</c:v>
                      </c:pt>
                      <c:pt idx="12">
                        <c:v>11.28</c:v>
                      </c:pt>
                      <c:pt idx="13">
                        <c:v>11.7</c:v>
                      </c:pt>
                      <c:pt idx="14">
                        <c:v>12.52</c:v>
                      </c:pt>
                      <c:pt idx="15">
                        <c:v>12.34</c:v>
                      </c:pt>
                      <c:pt idx="16">
                        <c:v>12.51</c:v>
                      </c:pt>
                      <c:pt idx="17">
                        <c:v>12.65</c:v>
                      </c:pt>
                      <c:pt idx="18">
                        <c:v>12.25</c:v>
                      </c:pt>
                      <c:pt idx="19">
                        <c:v>12.03</c:v>
                      </c:pt>
                      <c:pt idx="20">
                        <c:v>11.84</c:v>
                      </c:pt>
                      <c:pt idx="21">
                        <c:v>11.6</c:v>
                      </c:pt>
                      <c:pt idx="22">
                        <c:v>11.97</c:v>
                      </c:pt>
                      <c:pt idx="23">
                        <c:v>11.68</c:v>
                      </c:pt>
                      <c:pt idx="24">
                        <c:v>11.14</c:v>
                      </c:pt>
                      <c:pt idx="25">
                        <c:v>11.88</c:v>
                      </c:pt>
                      <c:pt idx="26">
                        <c:v>15</c:v>
                      </c:pt>
                      <c:pt idx="27">
                        <c:v>13.34</c:v>
                      </c:pt>
                      <c:pt idx="28">
                        <c:v>10.89</c:v>
                      </c:pt>
                      <c:pt idx="29">
                        <c:v>9.77</c:v>
                      </c:pt>
                      <c:pt idx="30">
                        <c:v>10.57</c:v>
                      </c:pt>
                      <c:pt idx="31">
                        <c:v>11.01</c:v>
                      </c:pt>
                      <c:pt idx="32">
                        <c:v>10.95</c:v>
                      </c:pt>
                      <c:pt idx="33">
                        <c:v>10.27</c:v>
                      </c:pt>
                      <c:pt idx="34">
                        <c:v>10.98</c:v>
                      </c:pt>
                      <c:pt idx="35">
                        <c:v>11.25</c:v>
                      </c:pt>
                      <c:pt idx="36">
                        <c:v>10.49</c:v>
                      </c:pt>
                      <c:pt idx="37">
                        <c:v>11.08</c:v>
                      </c:pt>
                      <c:pt idx="38">
                        <c:v>11.73</c:v>
                      </c:pt>
                      <c:pt idx="39">
                        <c:v>11.9</c:v>
                      </c:pt>
                      <c:pt idx="40">
                        <c:v>12.4</c:v>
                      </c:pt>
                      <c:pt idx="41">
                        <c:v>12.69</c:v>
                      </c:pt>
                      <c:pt idx="42">
                        <c:v>12.31</c:v>
                      </c:pt>
                      <c:pt idx="43">
                        <c:v>12.11</c:v>
                      </c:pt>
                      <c:pt idx="44">
                        <c:v>11.87</c:v>
                      </c:pt>
                      <c:pt idx="45">
                        <c:v>11.56</c:v>
                      </c:pt>
                      <c:pt idx="46">
                        <c:v>11.74</c:v>
                      </c:pt>
                      <c:pt idx="47">
                        <c:v>12.02</c:v>
                      </c:pt>
                      <c:pt idx="48">
                        <c:v>10.97</c:v>
                      </c:pt>
                      <c:pt idx="49">
                        <c:v>12.67</c:v>
                      </c:pt>
                      <c:pt idx="50">
                        <c:v>11.32</c:v>
                      </c:pt>
                      <c:pt idx="51">
                        <c:v>12.88</c:v>
                      </c:pt>
                      <c:pt idx="52">
                        <c:v>11.1</c:v>
                      </c:pt>
                      <c:pt idx="53">
                        <c:v>10.28</c:v>
                      </c:pt>
                      <c:pt idx="54">
                        <c:v>10.29</c:v>
                      </c:pt>
                      <c:pt idx="55">
                        <c:v>10.95</c:v>
                      </c:pt>
                      <c:pt idx="56">
                        <c:v>10.77</c:v>
                      </c:pt>
                      <c:pt idx="57">
                        <c:v>10.36</c:v>
                      </c:pt>
                      <c:pt idx="58">
                        <c:v>11.04</c:v>
                      </c:pt>
                      <c:pt idx="59">
                        <c:v>10.85</c:v>
                      </c:pt>
                      <c:pt idx="60">
                        <c:v>10.65</c:v>
                      </c:pt>
                      <c:pt idx="61">
                        <c:v>10.77</c:v>
                      </c:pt>
                      <c:pt idx="62">
                        <c:v>11.6</c:v>
                      </c:pt>
                      <c:pt idx="63">
                        <c:v>11.55</c:v>
                      </c:pt>
                      <c:pt idx="64">
                        <c:v>12.3</c:v>
                      </c:pt>
                      <c:pt idx="65">
                        <c:v>12.68</c:v>
                      </c:pt>
                      <c:pt idx="66">
                        <c:v>12.22</c:v>
                      </c:pt>
                      <c:pt idx="67">
                        <c:v>11.77</c:v>
                      </c:pt>
                      <c:pt idx="68">
                        <c:v>11.81</c:v>
                      </c:pt>
                      <c:pt idx="69">
                        <c:v>12</c:v>
                      </c:pt>
                      <c:pt idx="70">
                        <c:v>12.07</c:v>
                      </c:pt>
                      <c:pt idx="71">
                        <c:v>12.02</c:v>
                      </c:pt>
                      <c:pt idx="72">
                        <c:v>11.14</c:v>
                      </c:pt>
                      <c:pt idx="73">
                        <c:v>11.29</c:v>
                      </c:pt>
                      <c:pt idx="74">
                        <c:v>11.09</c:v>
                      </c:pt>
                      <c:pt idx="75">
                        <c:v>10.77</c:v>
                      </c:pt>
                      <c:pt idx="76">
                        <c:v>10.81</c:v>
                      </c:pt>
                      <c:pt idx="77">
                        <c:v>9.4</c:v>
                      </c:pt>
                      <c:pt idx="78">
                        <c:v>10.31</c:v>
                      </c:pt>
                      <c:pt idx="79">
                        <c:v>10.98</c:v>
                      </c:pt>
                      <c:pt idx="80">
                        <c:v>10.81</c:v>
                      </c:pt>
                      <c:pt idx="81">
                        <c:v>10.28</c:v>
                      </c:pt>
                      <c:pt idx="82">
                        <c:v>11.17</c:v>
                      </c:pt>
                      <c:pt idx="83">
                        <c:v>11.29</c:v>
                      </c:pt>
                      <c:pt idx="84">
                        <c:v>10.84</c:v>
                      </c:pt>
                      <c:pt idx="85">
                        <c:v>10.88</c:v>
                      </c:pt>
                      <c:pt idx="86">
                        <c:v>11.71</c:v>
                      </c:pt>
                      <c:pt idx="87">
                        <c:v>11.88</c:v>
                      </c:pt>
                      <c:pt idx="88">
                        <c:v>12.55</c:v>
                      </c:pt>
                      <c:pt idx="89">
                        <c:v>12.67</c:v>
                      </c:pt>
                      <c:pt idx="90">
                        <c:v>12.23</c:v>
                      </c:pt>
                      <c:pt idx="91">
                        <c:v>12.19</c:v>
                      </c:pt>
                      <c:pt idx="92">
                        <c:v>12.11</c:v>
                      </c:pt>
                      <c:pt idx="93">
                        <c:v>11.75</c:v>
                      </c:pt>
                      <c:pt idx="94">
                        <c:v>11.8</c:v>
                      </c:pt>
                      <c:pt idx="95">
                        <c:v>12.04</c:v>
                      </c:pt>
                      <c:pt idx="96">
                        <c:v>11.27</c:v>
                      </c:pt>
                      <c:pt idx="97">
                        <c:v>10.47</c:v>
                      </c:pt>
                      <c:pt idx="98">
                        <c:v>11.19</c:v>
                      </c:pt>
                      <c:pt idx="99">
                        <c:v>11.84</c:v>
                      </c:pt>
                      <c:pt idx="100">
                        <c:v>10.8</c:v>
                      </c:pt>
                      <c:pt idx="101">
                        <c:v>10.77</c:v>
                      </c:pt>
                      <c:pt idx="102">
                        <c:v>10.48</c:v>
                      </c:pt>
                      <c:pt idx="103">
                        <c:v>10.88</c:v>
                      </c:pt>
                      <c:pt idx="104">
                        <c:v>10.6</c:v>
                      </c:pt>
                      <c:pt idx="105">
                        <c:v>10.52</c:v>
                      </c:pt>
                      <c:pt idx="106">
                        <c:v>11.59</c:v>
                      </c:pt>
                      <c:pt idx="107">
                        <c:v>11.93</c:v>
                      </c:pt>
                      <c:pt idx="108">
                        <c:v>11.73</c:v>
                      </c:pt>
                      <c:pt idx="109">
                        <c:v>11.89</c:v>
                      </c:pt>
                      <c:pt idx="110">
                        <c:v>11.95</c:v>
                      </c:pt>
                      <c:pt idx="111">
                        <c:v>12.51</c:v>
                      </c:pt>
                      <c:pt idx="112">
                        <c:v>12.89</c:v>
                      </c:pt>
                      <c:pt idx="113">
                        <c:v>13</c:v>
                      </c:pt>
                      <c:pt idx="114">
                        <c:v>13.04</c:v>
                      </c:pt>
                      <c:pt idx="115">
                        <c:v>12.73</c:v>
                      </c:pt>
                      <c:pt idx="116">
                        <c:v>12.29</c:v>
                      </c:pt>
                      <c:pt idx="117">
                        <c:v>12.26</c:v>
                      </c:pt>
                      <c:pt idx="118">
                        <c:v>12.43</c:v>
                      </c:pt>
                      <c:pt idx="119">
                        <c:v>12.09</c:v>
                      </c:pt>
                      <c:pt idx="120">
                        <c:v>11.26</c:v>
                      </c:pt>
                      <c:pt idx="121">
                        <c:v>11.31</c:v>
                      </c:pt>
                      <c:pt idx="122">
                        <c:v>11.3</c:v>
                      </c:pt>
                      <c:pt idx="123">
                        <c:v>12.47</c:v>
                      </c:pt>
                      <c:pt idx="124">
                        <c:v>10.67</c:v>
                      </c:pt>
                      <c:pt idx="125">
                        <c:v>12.7</c:v>
                      </c:pt>
                      <c:pt idx="126">
                        <c:v>12.54</c:v>
                      </c:pt>
                      <c:pt idx="127">
                        <c:v>11.54</c:v>
                      </c:pt>
                      <c:pt idx="128">
                        <c:v>11.74</c:v>
                      </c:pt>
                      <c:pt idx="129">
                        <c:v>12.37</c:v>
                      </c:pt>
                      <c:pt idx="130">
                        <c:v>12.84</c:v>
                      </c:pt>
                      <c:pt idx="131">
                        <c:v>13.21</c:v>
                      </c:pt>
                      <c:pt idx="132">
                        <c:v>13.52</c:v>
                      </c:pt>
                      <c:pt idx="133">
                        <c:v>13.77</c:v>
                      </c:pt>
                      <c:pt idx="134">
                        <c:v>13.96</c:v>
                      </c:pt>
                      <c:pt idx="135">
                        <c:v>13.93</c:v>
                      </c:pt>
                      <c:pt idx="136">
                        <c:v>14.11</c:v>
                      </c:pt>
                      <c:pt idx="137">
                        <c:v>14.08</c:v>
                      </c:pt>
                      <c:pt idx="138">
                        <c:v>13.45</c:v>
                      </c:pt>
                      <c:pt idx="139">
                        <c:v>13.18</c:v>
                      </c:pt>
                      <c:pt idx="140">
                        <c:v>13.2</c:v>
                      </c:pt>
                      <c:pt idx="141">
                        <c:v>12.83</c:v>
                      </c:pt>
                      <c:pt idx="142">
                        <c:v>12.84</c:v>
                      </c:pt>
                      <c:pt idx="143">
                        <c:v>12.83</c:v>
                      </c:pt>
                      <c:pt idx="144">
                        <c:v>11.37</c:v>
                      </c:pt>
                      <c:pt idx="145">
                        <c:v>11.05</c:v>
                      </c:pt>
                      <c:pt idx="146">
                        <c:v>11.5</c:v>
                      </c:pt>
                      <c:pt idx="147">
                        <c:v>11.31</c:v>
                      </c:pt>
                      <c:pt idx="148">
                        <c:v>12.51</c:v>
                      </c:pt>
                      <c:pt idx="149">
                        <c:v>13.98</c:v>
                      </c:pt>
                      <c:pt idx="150">
                        <c:v>13.78</c:v>
                      </c:pt>
                      <c:pt idx="151">
                        <c:v>12.6</c:v>
                      </c:pt>
                      <c:pt idx="152">
                        <c:v>12.19</c:v>
                      </c:pt>
                      <c:pt idx="153">
                        <c:v>12.3</c:v>
                      </c:pt>
                      <c:pt idx="154">
                        <c:v>12.49</c:v>
                      </c:pt>
                      <c:pt idx="155">
                        <c:v>13.43</c:v>
                      </c:pt>
                      <c:pt idx="156">
                        <c:v>13.6</c:v>
                      </c:pt>
                      <c:pt idx="157">
                        <c:v>13.88</c:v>
                      </c:pt>
                      <c:pt idx="158">
                        <c:v>14.16</c:v>
                      </c:pt>
                      <c:pt idx="159">
                        <c:v>13.84</c:v>
                      </c:pt>
                      <c:pt idx="160">
                        <c:v>14.25</c:v>
                      </c:pt>
                      <c:pt idx="161">
                        <c:v>13.78</c:v>
                      </c:pt>
                      <c:pt idx="162">
                        <c:v>13.27</c:v>
                      </c:pt>
                      <c:pt idx="163">
                        <c:v>12.98</c:v>
                      </c:pt>
                      <c:pt idx="164">
                        <c:v>12.35</c:v>
                      </c:pt>
                      <c:pt idx="165">
                        <c:v>12.71</c:v>
                      </c:pt>
                      <c:pt idx="166">
                        <c:v>12.41</c:v>
                      </c:pt>
                      <c:pt idx="167">
                        <c:v>12.1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C8E-48DE-AE7E-7AAA741FA1F2}"/>
                  </c:ext>
                </c:extLst>
              </c15:ser>
            </c15:filteredLineSeries>
          </c:ext>
        </c:extLst>
      </c:lineChart>
      <c:catAx>
        <c:axId val="244261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262719"/>
        <c:crosses val="autoZero"/>
        <c:auto val="1"/>
        <c:lblAlgn val="ctr"/>
        <c:lblOffset val="100"/>
        <c:tickLblSkip val="6"/>
        <c:tickMarkSkip val="24"/>
        <c:noMultiLvlLbl val="0"/>
      </c:catAx>
      <c:valAx>
        <c:axId val="244262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261759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/>
              <a:t>Cyclistic Average Ride Duration (minutes)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3"/>
          <c:order val="3"/>
          <c:tx>
            <c:strRef>
              <c:f>'6 Hourly trips and durations'!$F$1</c:f>
              <c:strCache>
                <c:ptCount val="1"/>
                <c:pt idx="0">
                  <c:v>Casual Avg Duration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'6 Hourly trips and durations'!$A$2:$A$169</c:f>
              <c:strCache>
                <c:ptCount val="168"/>
                <c:pt idx="0">
                  <c:v>Monday - 00:00</c:v>
                </c:pt>
                <c:pt idx="1">
                  <c:v> 01:00</c:v>
                </c:pt>
                <c:pt idx="2">
                  <c:v> 02:00</c:v>
                </c:pt>
                <c:pt idx="3">
                  <c:v> 03:00</c:v>
                </c:pt>
                <c:pt idx="4">
                  <c:v> 04:00</c:v>
                </c:pt>
                <c:pt idx="5">
                  <c:v> 05:00</c:v>
                </c:pt>
                <c:pt idx="6">
                  <c:v> 06:00</c:v>
                </c:pt>
                <c:pt idx="7">
                  <c:v> 07:00</c:v>
                </c:pt>
                <c:pt idx="8">
                  <c:v> 08:00</c:v>
                </c:pt>
                <c:pt idx="9">
                  <c:v> 09:00</c:v>
                </c:pt>
                <c:pt idx="10">
                  <c:v> 10:00</c:v>
                </c:pt>
                <c:pt idx="11">
                  <c:v> 11:00</c:v>
                </c:pt>
                <c:pt idx="12">
                  <c:v> 12:00</c:v>
                </c:pt>
                <c:pt idx="13">
                  <c:v> 13:00</c:v>
                </c:pt>
                <c:pt idx="14">
                  <c:v> 14:00</c:v>
                </c:pt>
                <c:pt idx="15">
                  <c:v> 15:00</c:v>
                </c:pt>
                <c:pt idx="16">
                  <c:v> 16:00</c:v>
                </c:pt>
                <c:pt idx="17">
                  <c:v> 17:00</c:v>
                </c:pt>
                <c:pt idx="18">
                  <c:v> 18:00</c:v>
                </c:pt>
                <c:pt idx="19">
                  <c:v> 19:00</c:v>
                </c:pt>
                <c:pt idx="20">
                  <c:v> 20:00</c:v>
                </c:pt>
                <c:pt idx="21">
                  <c:v> 21:00</c:v>
                </c:pt>
                <c:pt idx="22">
                  <c:v> 22:00</c:v>
                </c:pt>
                <c:pt idx="23">
                  <c:v> 23:00</c:v>
                </c:pt>
                <c:pt idx="24">
                  <c:v>Tuesday - 00:00</c:v>
                </c:pt>
                <c:pt idx="25">
                  <c:v> 01:00</c:v>
                </c:pt>
                <c:pt idx="26">
                  <c:v> 02:00</c:v>
                </c:pt>
                <c:pt idx="27">
                  <c:v> 03:00</c:v>
                </c:pt>
                <c:pt idx="28">
                  <c:v> 04:00</c:v>
                </c:pt>
                <c:pt idx="29">
                  <c:v> 05:00</c:v>
                </c:pt>
                <c:pt idx="30">
                  <c:v> 06:00</c:v>
                </c:pt>
                <c:pt idx="31">
                  <c:v> 07:00</c:v>
                </c:pt>
                <c:pt idx="32">
                  <c:v> 08:00</c:v>
                </c:pt>
                <c:pt idx="33">
                  <c:v> 09:00</c:v>
                </c:pt>
                <c:pt idx="34">
                  <c:v> 10:00</c:v>
                </c:pt>
                <c:pt idx="35">
                  <c:v> 11:00</c:v>
                </c:pt>
                <c:pt idx="36">
                  <c:v> 12:00</c:v>
                </c:pt>
                <c:pt idx="37">
                  <c:v> 13:00</c:v>
                </c:pt>
                <c:pt idx="38">
                  <c:v> 14:00</c:v>
                </c:pt>
                <c:pt idx="39">
                  <c:v> 15:00</c:v>
                </c:pt>
                <c:pt idx="40">
                  <c:v> 16:00</c:v>
                </c:pt>
                <c:pt idx="41">
                  <c:v> 17:00</c:v>
                </c:pt>
                <c:pt idx="42">
                  <c:v> 18:00</c:v>
                </c:pt>
                <c:pt idx="43">
                  <c:v> 19:00</c:v>
                </c:pt>
                <c:pt idx="44">
                  <c:v> 20:00</c:v>
                </c:pt>
                <c:pt idx="45">
                  <c:v> 21:00</c:v>
                </c:pt>
                <c:pt idx="46">
                  <c:v> 22:00</c:v>
                </c:pt>
                <c:pt idx="47">
                  <c:v> 23:00</c:v>
                </c:pt>
                <c:pt idx="48">
                  <c:v>Wednesday - 00:00</c:v>
                </c:pt>
                <c:pt idx="49">
                  <c:v> 01:00</c:v>
                </c:pt>
                <c:pt idx="50">
                  <c:v> 02:00</c:v>
                </c:pt>
                <c:pt idx="51">
                  <c:v> 03:00</c:v>
                </c:pt>
                <c:pt idx="52">
                  <c:v> 04:00</c:v>
                </c:pt>
                <c:pt idx="53">
                  <c:v> 05:00</c:v>
                </c:pt>
                <c:pt idx="54">
                  <c:v> 06:00</c:v>
                </c:pt>
                <c:pt idx="55">
                  <c:v> 07:00</c:v>
                </c:pt>
                <c:pt idx="56">
                  <c:v> 08:00</c:v>
                </c:pt>
                <c:pt idx="57">
                  <c:v> 09:00</c:v>
                </c:pt>
                <c:pt idx="58">
                  <c:v> 10:00</c:v>
                </c:pt>
                <c:pt idx="59">
                  <c:v> 11:00</c:v>
                </c:pt>
                <c:pt idx="60">
                  <c:v> 12:00</c:v>
                </c:pt>
                <c:pt idx="61">
                  <c:v> 13:00</c:v>
                </c:pt>
                <c:pt idx="62">
                  <c:v> 14:00</c:v>
                </c:pt>
                <c:pt idx="63">
                  <c:v> 15:00</c:v>
                </c:pt>
                <c:pt idx="64">
                  <c:v> 16:00</c:v>
                </c:pt>
                <c:pt idx="65">
                  <c:v> 17:00</c:v>
                </c:pt>
                <c:pt idx="66">
                  <c:v> 18:00</c:v>
                </c:pt>
                <c:pt idx="67">
                  <c:v> 19:00</c:v>
                </c:pt>
                <c:pt idx="68">
                  <c:v> 20:00</c:v>
                </c:pt>
                <c:pt idx="69">
                  <c:v> 21:00</c:v>
                </c:pt>
                <c:pt idx="70">
                  <c:v> 22:00</c:v>
                </c:pt>
                <c:pt idx="71">
                  <c:v> 23:00</c:v>
                </c:pt>
                <c:pt idx="72">
                  <c:v>Thursday - 00:00</c:v>
                </c:pt>
                <c:pt idx="73">
                  <c:v> 01:00</c:v>
                </c:pt>
                <c:pt idx="74">
                  <c:v> 02:00</c:v>
                </c:pt>
                <c:pt idx="75">
                  <c:v> 03:00</c:v>
                </c:pt>
                <c:pt idx="76">
                  <c:v> 04:00</c:v>
                </c:pt>
                <c:pt idx="77">
                  <c:v> 05:00</c:v>
                </c:pt>
                <c:pt idx="78">
                  <c:v> 06:00</c:v>
                </c:pt>
                <c:pt idx="79">
                  <c:v> 07:00</c:v>
                </c:pt>
                <c:pt idx="80">
                  <c:v> 08:00</c:v>
                </c:pt>
                <c:pt idx="81">
                  <c:v> 09:00</c:v>
                </c:pt>
                <c:pt idx="82">
                  <c:v> 10:00</c:v>
                </c:pt>
                <c:pt idx="83">
                  <c:v> 11:00</c:v>
                </c:pt>
                <c:pt idx="84">
                  <c:v> 12:00</c:v>
                </c:pt>
                <c:pt idx="85">
                  <c:v> 13:00</c:v>
                </c:pt>
                <c:pt idx="86">
                  <c:v> 14:00</c:v>
                </c:pt>
                <c:pt idx="87">
                  <c:v> 15:00</c:v>
                </c:pt>
                <c:pt idx="88">
                  <c:v> 16:00</c:v>
                </c:pt>
                <c:pt idx="89">
                  <c:v> 17:00</c:v>
                </c:pt>
                <c:pt idx="90">
                  <c:v> 18:00</c:v>
                </c:pt>
                <c:pt idx="91">
                  <c:v> 19:00</c:v>
                </c:pt>
                <c:pt idx="92">
                  <c:v> 20:00</c:v>
                </c:pt>
                <c:pt idx="93">
                  <c:v> 21:00</c:v>
                </c:pt>
                <c:pt idx="94">
                  <c:v> 22:00</c:v>
                </c:pt>
                <c:pt idx="95">
                  <c:v> 23:00</c:v>
                </c:pt>
                <c:pt idx="96">
                  <c:v>Friday - 00:00</c:v>
                </c:pt>
                <c:pt idx="97">
                  <c:v> 01:00</c:v>
                </c:pt>
                <c:pt idx="98">
                  <c:v> 02:00</c:v>
                </c:pt>
                <c:pt idx="99">
                  <c:v> 03:00</c:v>
                </c:pt>
                <c:pt idx="100">
                  <c:v> 04:00</c:v>
                </c:pt>
                <c:pt idx="101">
                  <c:v> 05:00</c:v>
                </c:pt>
                <c:pt idx="102">
                  <c:v> 06:00</c:v>
                </c:pt>
                <c:pt idx="103">
                  <c:v> 07:00</c:v>
                </c:pt>
                <c:pt idx="104">
                  <c:v> 08:00</c:v>
                </c:pt>
                <c:pt idx="105">
                  <c:v> 09:00</c:v>
                </c:pt>
                <c:pt idx="106">
                  <c:v> 10:00</c:v>
                </c:pt>
                <c:pt idx="107">
                  <c:v> 11:00</c:v>
                </c:pt>
                <c:pt idx="108">
                  <c:v> 12:00</c:v>
                </c:pt>
                <c:pt idx="109">
                  <c:v> 13:00</c:v>
                </c:pt>
                <c:pt idx="110">
                  <c:v> 14:00</c:v>
                </c:pt>
                <c:pt idx="111">
                  <c:v> 15:00</c:v>
                </c:pt>
                <c:pt idx="112">
                  <c:v> 16:00</c:v>
                </c:pt>
                <c:pt idx="113">
                  <c:v> 17:00</c:v>
                </c:pt>
                <c:pt idx="114">
                  <c:v> 18:00</c:v>
                </c:pt>
                <c:pt idx="115">
                  <c:v> 19:00</c:v>
                </c:pt>
                <c:pt idx="116">
                  <c:v> 20:00</c:v>
                </c:pt>
                <c:pt idx="117">
                  <c:v> 21:00</c:v>
                </c:pt>
                <c:pt idx="118">
                  <c:v> 22:00</c:v>
                </c:pt>
                <c:pt idx="119">
                  <c:v> 23:00</c:v>
                </c:pt>
                <c:pt idx="120">
                  <c:v>Saturday - 00:00</c:v>
                </c:pt>
                <c:pt idx="121">
                  <c:v> 01:00</c:v>
                </c:pt>
                <c:pt idx="122">
                  <c:v> 02:00</c:v>
                </c:pt>
                <c:pt idx="123">
                  <c:v> 03:00</c:v>
                </c:pt>
                <c:pt idx="124">
                  <c:v> 04:00</c:v>
                </c:pt>
                <c:pt idx="125">
                  <c:v> 05:00</c:v>
                </c:pt>
                <c:pt idx="126">
                  <c:v> 06:00</c:v>
                </c:pt>
                <c:pt idx="127">
                  <c:v> 07:00</c:v>
                </c:pt>
                <c:pt idx="128">
                  <c:v> 08:00</c:v>
                </c:pt>
                <c:pt idx="129">
                  <c:v> 09:00</c:v>
                </c:pt>
                <c:pt idx="130">
                  <c:v> 10:00</c:v>
                </c:pt>
                <c:pt idx="131">
                  <c:v> 11:00</c:v>
                </c:pt>
                <c:pt idx="132">
                  <c:v> 12:00</c:v>
                </c:pt>
                <c:pt idx="133">
                  <c:v> 13:00</c:v>
                </c:pt>
                <c:pt idx="134">
                  <c:v> 14:00</c:v>
                </c:pt>
                <c:pt idx="135">
                  <c:v> 15:00</c:v>
                </c:pt>
                <c:pt idx="136">
                  <c:v> 16:00</c:v>
                </c:pt>
                <c:pt idx="137">
                  <c:v> 17:00</c:v>
                </c:pt>
                <c:pt idx="138">
                  <c:v> 18:00</c:v>
                </c:pt>
                <c:pt idx="139">
                  <c:v> 19:00</c:v>
                </c:pt>
                <c:pt idx="140">
                  <c:v> 20:00</c:v>
                </c:pt>
                <c:pt idx="141">
                  <c:v> 21:00</c:v>
                </c:pt>
                <c:pt idx="142">
                  <c:v> 22:00</c:v>
                </c:pt>
                <c:pt idx="143">
                  <c:v> 23:00</c:v>
                </c:pt>
                <c:pt idx="144">
                  <c:v>Sunday - 00:00</c:v>
                </c:pt>
                <c:pt idx="145">
                  <c:v> 01:00</c:v>
                </c:pt>
                <c:pt idx="146">
                  <c:v> 02:00</c:v>
                </c:pt>
                <c:pt idx="147">
                  <c:v> 03:00</c:v>
                </c:pt>
                <c:pt idx="148">
                  <c:v> 04:00</c:v>
                </c:pt>
                <c:pt idx="149">
                  <c:v> 05:00</c:v>
                </c:pt>
                <c:pt idx="150">
                  <c:v> 06:00</c:v>
                </c:pt>
                <c:pt idx="151">
                  <c:v> 07:00</c:v>
                </c:pt>
                <c:pt idx="152">
                  <c:v> 08:00</c:v>
                </c:pt>
                <c:pt idx="153">
                  <c:v> 09:00</c:v>
                </c:pt>
                <c:pt idx="154">
                  <c:v> 10:00</c:v>
                </c:pt>
                <c:pt idx="155">
                  <c:v> 11:00</c:v>
                </c:pt>
                <c:pt idx="156">
                  <c:v> 12:00</c:v>
                </c:pt>
                <c:pt idx="157">
                  <c:v> 13:00</c:v>
                </c:pt>
                <c:pt idx="158">
                  <c:v> 14:00</c:v>
                </c:pt>
                <c:pt idx="159">
                  <c:v> 15:00</c:v>
                </c:pt>
                <c:pt idx="160">
                  <c:v> 16:00</c:v>
                </c:pt>
                <c:pt idx="161">
                  <c:v> 17:00</c:v>
                </c:pt>
                <c:pt idx="162">
                  <c:v> 18:00</c:v>
                </c:pt>
                <c:pt idx="163">
                  <c:v> 19:00</c:v>
                </c:pt>
                <c:pt idx="164">
                  <c:v> 20:00</c:v>
                </c:pt>
                <c:pt idx="165">
                  <c:v> 21:00</c:v>
                </c:pt>
                <c:pt idx="166">
                  <c:v> 22:00</c:v>
                </c:pt>
                <c:pt idx="167">
                  <c:v> 23:00</c:v>
                </c:pt>
              </c:strCache>
              <c:extLst xmlns:c15="http://schemas.microsoft.com/office/drawing/2012/chart"/>
            </c:strRef>
          </c:cat>
          <c:val>
            <c:numRef>
              <c:f>'6 Hourly trips and durations'!$F$2:$F$169</c:f>
              <c:numCache>
                <c:formatCode>General</c:formatCode>
                <c:ptCount val="168"/>
                <c:pt idx="0">
                  <c:v>16.2</c:v>
                </c:pt>
                <c:pt idx="1">
                  <c:v>18.46</c:v>
                </c:pt>
                <c:pt idx="2">
                  <c:v>16.809999999999999</c:v>
                </c:pt>
                <c:pt idx="3">
                  <c:v>21.46</c:v>
                </c:pt>
                <c:pt idx="4">
                  <c:v>13.23</c:v>
                </c:pt>
                <c:pt idx="5">
                  <c:v>12.09</c:v>
                </c:pt>
                <c:pt idx="6">
                  <c:v>11.43</c:v>
                </c:pt>
                <c:pt idx="7">
                  <c:v>11.35</c:v>
                </c:pt>
                <c:pt idx="8">
                  <c:v>13.68</c:v>
                </c:pt>
                <c:pt idx="9">
                  <c:v>19.48</c:v>
                </c:pt>
                <c:pt idx="10">
                  <c:v>24.88</c:v>
                </c:pt>
                <c:pt idx="11">
                  <c:v>23.97</c:v>
                </c:pt>
                <c:pt idx="12">
                  <c:v>22.56</c:v>
                </c:pt>
                <c:pt idx="13">
                  <c:v>22.95</c:v>
                </c:pt>
                <c:pt idx="14">
                  <c:v>22.07</c:v>
                </c:pt>
                <c:pt idx="15">
                  <c:v>20.69</c:v>
                </c:pt>
                <c:pt idx="16">
                  <c:v>18.23</c:v>
                </c:pt>
                <c:pt idx="17">
                  <c:v>17.329999999999998</c:v>
                </c:pt>
                <c:pt idx="18">
                  <c:v>16.86</c:v>
                </c:pt>
                <c:pt idx="19">
                  <c:v>17.079999999999998</c:v>
                </c:pt>
                <c:pt idx="20">
                  <c:v>16.63</c:v>
                </c:pt>
                <c:pt idx="21">
                  <c:v>14.97</c:v>
                </c:pt>
                <c:pt idx="22">
                  <c:v>15.78</c:v>
                </c:pt>
                <c:pt idx="23">
                  <c:v>16.79</c:v>
                </c:pt>
                <c:pt idx="24">
                  <c:v>16.77</c:v>
                </c:pt>
                <c:pt idx="25">
                  <c:v>16.38</c:v>
                </c:pt>
                <c:pt idx="26">
                  <c:v>14.3</c:v>
                </c:pt>
                <c:pt idx="27">
                  <c:v>17.27</c:v>
                </c:pt>
                <c:pt idx="28">
                  <c:v>11.5</c:v>
                </c:pt>
                <c:pt idx="29">
                  <c:v>10.69</c:v>
                </c:pt>
                <c:pt idx="30">
                  <c:v>10.52</c:v>
                </c:pt>
                <c:pt idx="31">
                  <c:v>10.5</c:v>
                </c:pt>
                <c:pt idx="32">
                  <c:v>11.82</c:v>
                </c:pt>
                <c:pt idx="33">
                  <c:v>15.93</c:v>
                </c:pt>
                <c:pt idx="34">
                  <c:v>21.25</c:v>
                </c:pt>
                <c:pt idx="35">
                  <c:v>21.96</c:v>
                </c:pt>
                <c:pt idx="36">
                  <c:v>20.100000000000001</c:v>
                </c:pt>
                <c:pt idx="37">
                  <c:v>19.25</c:v>
                </c:pt>
                <c:pt idx="38">
                  <c:v>19.39</c:v>
                </c:pt>
                <c:pt idx="39">
                  <c:v>17.18</c:v>
                </c:pt>
                <c:pt idx="40">
                  <c:v>15.45</c:v>
                </c:pt>
                <c:pt idx="41">
                  <c:v>15.61</c:v>
                </c:pt>
                <c:pt idx="42">
                  <c:v>15.83</c:v>
                </c:pt>
                <c:pt idx="43">
                  <c:v>15.67</c:v>
                </c:pt>
                <c:pt idx="44">
                  <c:v>14.98</c:v>
                </c:pt>
                <c:pt idx="45">
                  <c:v>14.53</c:v>
                </c:pt>
                <c:pt idx="46">
                  <c:v>14.94</c:v>
                </c:pt>
                <c:pt idx="47">
                  <c:v>14.56</c:v>
                </c:pt>
                <c:pt idx="48">
                  <c:v>14.07</c:v>
                </c:pt>
                <c:pt idx="49">
                  <c:v>14.33</c:v>
                </c:pt>
                <c:pt idx="50">
                  <c:v>16.64</c:v>
                </c:pt>
                <c:pt idx="51">
                  <c:v>14.58</c:v>
                </c:pt>
                <c:pt idx="52">
                  <c:v>10.199999999999999</c:v>
                </c:pt>
                <c:pt idx="53">
                  <c:v>10.6</c:v>
                </c:pt>
                <c:pt idx="54">
                  <c:v>10.62</c:v>
                </c:pt>
                <c:pt idx="55">
                  <c:v>10.73</c:v>
                </c:pt>
                <c:pt idx="56">
                  <c:v>11.35</c:v>
                </c:pt>
                <c:pt idx="57">
                  <c:v>14.41</c:v>
                </c:pt>
                <c:pt idx="58">
                  <c:v>19.04</c:v>
                </c:pt>
                <c:pt idx="59">
                  <c:v>18.91</c:v>
                </c:pt>
                <c:pt idx="60">
                  <c:v>17.62</c:v>
                </c:pt>
                <c:pt idx="61">
                  <c:v>18.45</c:v>
                </c:pt>
                <c:pt idx="62">
                  <c:v>18.489999999999998</c:v>
                </c:pt>
                <c:pt idx="63">
                  <c:v>16.8</c:v>
                </c:pt>
                <c:pt idx="64">
                  <c:v>15.68</c:v>
                </c:pt>
                <c:pt idx="65">
                  <c:v>15.57</c:v>
                </c:pt>
                <c:pt idx="66">
                  <c:v>15.65</c:v>
                </c:pt>
                <c:pt idx="67">
                  <c:v>15.13</c:v>
                </c:pt>
                <c:pt idx="68">
                  <c:v>15.06</c:v>
                </c:pt>
                <c:pt idx="69">
                  <c:v>14.65</c:v>
                </c:pt>
                <c:pt idx="70">
                  <c:v>14.31</c:v>
                </c:pt>
                <c:pt idx="71">
                  <c:v>14.34</c:v>
                </c:pt>
                <c:pt idx="72">
                  <c:v>13.45</c:v>
                </c:pt>
                <c:pt idx="73">
                  <c:v>13.37</c:v>
                </c:pt>
                <c:pt idx="74">
                  <c:v>12.98</c:v>
                </c:pt>
                <c:pt idx="75">
                  <c:v>13.41</c:v>
                </c:pt>
                <c:pt idx="76">
                  <c:v>11.62</c:v>
                </c:pt>
                <c:pt idx="77">
                  <c:v>11.21</c:v>
                </c:pt>
                <c:pt idx="78">
                  <c:v>10.41</c:v>
                </c:pt>
                <c:pt idx="79">
                  <c:v>10.92</c:v>
                </c:pt>
                <c:pt idx="80">
                  <c:v>11.81</c:v>
                </c:pt>
                <c:pt idx="81">
                  <c:v>15.4</c:v>
                </c:pt>
                <c:pt idx="82">
                  <c:v>21.32</c:v>
                </c:pt>
                <c:pt idx="83">
                  <c:v>20.9</c:v>
                </c:pt>
                <c:pt idx="84">
                  <c:v>18.95</c:v>
                </c:pt>
                <c:pt idx="85">
                  <c:v>19.21</c:v>
                </c:pt>
                <c:pt idx="86">
                  <c:v>19.190000000000001</c:v>
                </c:pt>
                <c:pt idx="87">
                  <c:v>18.36</c:v>
                </c:pt>
                <c:pt idx="88">
                  <c:v>16.149999999999999</c:v>
                </c:pt>
                <c:pt idx="89">
                  <c:v>16.05</c:v>
                </c:pt>
                <c:pt idx="90">
                  <c:v>15.77</c:v>
                </c:pt>
                <c:pt idx="91">
                  <c:v>15.29</c:v>
                </c:pt>
                <c:pt idx="92">
                  <c:v>15.2</c:v>
                </c:pt>
                <c:pt idx="93">
                  <c:v>13.99</c:v>
                </c:pt>
                <c:pt idx="94">
                  <c:v>14.72</c:v>
                </c:pt>
                <c:pt idx="95">
                  <c:v>15.93</c:v>
                </c:pt>
                <c:pt idx="96">
                  <c:v>13.66</c:v>
                </c:pt>
                <c:pt idx="97">
                  <c:v>15.06</c:v>
                </c:pt>
                <c:pt idx="98">
                  <c:v>13.51</c:v>
                </c:pt>
                <c:pt idx="99">
                  <c:v>13.67</c:v>
                </c:pt>
                <c:pt idx="100">
                  <c:v>11.07</c:v>
                </c:pt>
                <c:pt idx="101">
                  <c:v>13.68</c:v>
                </c:pt>
                <c:pt idx="102">
                  <c:v>11.62</c:v>
                </c:pt>
                <c:pt idx="103">
                  <c:v>12.16</c:v>
                </c:pt>
                <c:pt idx="104">
                  <c:v>14.5</c:v>
                </c:pt>
                <c:pt idx="105">
                  <c:v>18.39</c:v>
                </c:pt>
                <c:pt idx="106">
                  <c:v>23.06</c:v>
                </c:pt>
                <c:pt idx="107">
                  <c:v>22.15</c:v>
                </c:pt>
                <c:pt idx="108">
                  <c:v>21.37</c:v>
                </c:pt>
                <c:pt idx="109">
                  <c:v>20.88</c:v>
                </c:pt>
                <c:pt idx="110">
                  <c:v>20.91</c:v>
                </c:pt>
                <c:pt idx="111">
                  <c:v>19.64</c:v>
                </c:pt>
                <c:pt idx="112">
                  <c:v>18.690000000000001</c:v>
                </c:pt>
                <c:pt idx="113">
                  <c:v>18.2</c:v>
                </c:pt>
                <c:pt idx="114">
                  <c:v>17.489999999999998</c:v>
                </c:pt>
                <c:pt idx="115">
                  <c:v>17.190000000000001</c:v>
                </c:pt>
                <c:pt idx="116">
                  <c:v>16.52</c:v>
                </c:pt>
                <c:pt idx="117">
                  <c:v>16.55</c:v>
                </c:pt>
                <c:pt idx="118">
                  <c:v>15.95</c:v>
                </c:pt>
                <c:pt idx="119">
                  <c:v>16.920000000000002</c:v>
                </c:pt>
                <c:pt idx="120">
                  <c:v>15.07</c:v>
                </c:pt>
                <c:pt idx="121">
                  <c:v>15.94</c:v>
                </c:pt>
                <c:pt idx="122">
                  <c:v>15.34</c:v>
                </c:pt>
                <c:pt idx="123">
                  <c:v>15.86</c:v>
                </c:pt>
                <c:pt idx="124">
                  <c:v>17.05</c:v>
                </c:pt>
                <c:pt idx="125">
                  <c:v>18.2</c:v>
                </c:pt>
                <c:pt idx="126">
                  <c:v>17.190000000000001</c:v>
                </c:pt>
                <c:pt idx="127">
                  <c:v>18.09</c:v>
                </c:pt>
                <c:pt idx="128">
                  <c:v>19.53</c:v>
                </c:pt>
                <c:pt idx="129">
                  <c:v>22.13</c:v>
                </c:pt>
                <c:pt idx="130">
                  <c:v>22.87</c:v>
                </c:pt>
                <c:pt idx="131">
                  <c:v>23.69</c:v>
                </c:pt>
                <c:pt idx="132">
                  <c:v>22.94</c:v>
                </c:pt>
                <c:pt idx="133">
                  <c:v>23.09</c:v>
                </c:pt>
                <c:pt idx="134">
                  <c:v>22.57</c:v>
                </c:pt>
                <c:pt idx="135">
                  <c:v>22.3</c:v>
                </c:pt>
                <c:pt idx="136">
                  <c:v>21.43</c:v>
                </c:pt>
                <c:pt idx="137">
                  <c:v>21.42</c:v>
                </c:pt>
                <c:pt idx="138">
                  <c:v>20.02</c:v>
                </c:pt>
                <c:pt idx="139">
                  <c:v>19.100000000000001</c:v>
                </c:pt>
                <c:pt idx="140">
                  <c:v>18.75</c:v>
                </c:pt>
                <c:pt idx="141">
                  <c:v>18.68</c:v>
                </c:pt>
                <c:pt idx="142">
                  <c:v>17.82</c:v>
                </c:pt>
                <c:pt idx="143">
                  <c:v>17.25</c:v>
                </c:pt>
                <c:pt idx="144">
                  <c:v>15.92</c:v>
                </c:pt>
                <c:pt idx="145">
                  <c:v>15.81</c:v>
                </c:pt>
                <c:pt idx="146">
                  <c:v>15.72</c:v>
                </c:pt>
                <c:pt idx="147">
                  <c:v>15.87</c:v>
                </c:pt>
                <c:pt idx="148">
                  <c:v>14.95</c:v>
                </c:pt>
                <c:pt idx="149">
                  <c:v>19.61</c:v>
                </c:pt>
                <c:pt idx="150">
                  <c:v>21.29</c:v>
                </c:pt>
                <c:pt idx="151">
                  <c:v>27.54</c:v>
                </c:pt>
                <c:pt idx="152">
                  <c:v>22.58</c:v>
                </c:pt>
                <c:pt idx="153">
                  <c:v>23.93</c:v>
                </c:pt>
                <c:pt idx="154">
                  <c:v>23.62</c:v>
                </c:pt>
                <c:pt idx="155">
                  <c:v>23.9</c:v>
                </c:pt>
                <c:pt idx="156">
                  <c:v>23.54</c:v>
                </c:pt>
                <c:pt idx="157">
                  <c:v>23.47</c:v>
                </c:pt>
                <c:pt idx="158">
                  <c:v>23.93</c:v>
                </c:pt>
                <c:pt idx="159">
                  <c:v>22.46</c:v>
                </c:pt>
                <c:pt idx="160">
                  <c:v>22.27</c:v>
                </c:pt>
                <c:pt idx="161">
                  <c:v>21.52</c:v>
                </c:pt>
                <c:pt idx="162">
                  <c:v>20.309999999999999</c:v>
                </c:pt>
                <c:pt idx="163">
                  <c:v>19.760000000000002</c:v>
                </c:pt>
                <c:pt idx="164">
                  <c:v>17.89</c:v>
                </c:pt>
                <c:pt idx="165">
                  <c:v>17.25</c:v>
                </c:pt>
                <c:pt idx="166">
                  <c:v>17.39</c:v>
                </c:pt>
                <c:pt idx="167">
                  <c:v>18.329999999999998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0-222C-4881-AFCB-9BA830AC6D3E}"/>
            </c:ext>
          </c:extLst>
        </c:ser>
        <c:ser>
          <c:idx val="4"/>
          <c:order val="4"/>
          <c:tx>
            <c:strRef>
              <c:f>'6 Hourly trips and durations'!$G$1</c:f>
              <c:strCache>
                <c:ptCount val="1"/>
                <c:pt idx="0">
                  <c:v>Member Avg Duration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'6 Hourly trips and durations'!$A$2:$A$169</c:f>
              <c:strCache>
                <c:ptCount val="168"/>
                <c:pt idx="0">
                  <c:v>Monday - 00:00</c:v>
                </c:pt>
                <c:pt idx="1">
                  <c:v> 01:00</c:v>
                </c:pt>
                <c:pt idx="2">
                  <c:v> 02:00</c:v>
                </c:pt>
                <c:pt idx="3">
                  <c:v> 03:00</c:v>
                </c:pt>
                <c:pt idx="4">
                  <c:v> 04:00</c:v>
                </c:pt>
                <c:pt idx="5">
                  <c:v> 05:00</c:v>
                </c:pt>
                <c:pt idx="6">
                  <c:v> 06:00</c:v>
                </c:pt>
                <c:pt idx="7">
                  <c:v> 07:00</c:v>
                </c:pt>
                <c:pt idx="8">
                  <c:v> 08:00</c:v>
                </c:pt>
                <c:pt idx="9">
                  <c:v> 09:00</c:v>
                </c:pt>
                <c:pt idx="10">
                  <c:v> 10:00</c:v>
                </c:pt>
                <c:pt idx="11">
                  <c:v> 11:00</c:v>
                </c:pt>
                <c:pt idx="12">
                  <c:v> 12:00</c:v>
                </c:pt>
                <c:pt idx="13">
                  <c:v> 13:00</c:v>
                </c:pt>
                <c:pt idx="14">
                  <c:v> 14:00</c:v>
                </c:pt>
                <c:pt idx="15">
                  <c:v> 15:00</c:v>
                </c:pt>
                <c:pt idx="16">
                  <c:v> 16:00</c:v>
                </c:pt>
                <c:pt idx="17">
                  <c:v> 17:00</c:v>
                </c:pt>
                <c:pt idx="18">
                  <c:v> 18:00</c:v>
                </c:pt>
                <c:pt idx="19">
                  <c:v> 19:00</c:v>
                </c:pt>
                <c:pt idx="20">
                  <c:v> 20:00</c:v>
                </c:pt>
                <c:pt idx="21">
                  <c:v> 21:00</c:v>
                </c:pt>
                <c:pt idx="22">
                  <c:v> 22:00</c:v>
                </c:pt>
                <c:pt idx="23">
                  <c:v> 23:00</c:v>
                </c:pt>
                <c:pt idx="24">
                  <c:v>Tuesday - 00:00</c:v>
                </c:pt>
                <c:pt idx="25">
                  <c:v> 01:00</c:v>
                </c:pt>
                <c:pt idx="26">
                  <c:v> 02:00</c:v>
                </c:pt>
                <c:pt idx="27">
                  <c:v> 03:00</c:v>
                </c:pt>
                <c:pt idx="28">
                  <c:v> 04:00</c:v>
                </c:pt>
                <c:pt idx="29">
                  <c:v> 05:00</c:v>
                </c:pt>
                <c:pt idx="30">
                  <c:v> 06:00</c:v>
                </c:pt>
                <c:pt idx="31">
                  <c:v> 07:00</c:v>
                </c:pt>
                <c:pt idx="32">
                  <c:v> 08:00</c:v>
                </c:pt>
                <c:pt idx="33">
                  <c:v> 09:00</c:v>
                </c:pt>
                <c:pt idx="34">
                  <c:v> 10:00</c:v>
                </c:pt>
                <c:pt idx="35">
                  <c:v> 11:00</c:v>
                </c:pt>
                <c:pt idx="36">
                  <c:v> 12:00</c:v>
                </c:pt>
                <c:pt idx="37">
                  <c:v> 13:00</c:v>
                </c:pt>
                <c:pt idx="38">
                  <c:v> 14:00</c:v>
                </c:pt>
                <c:pt idx="39">
                  <c:v> 15:00</c:v>
                </c:pt>
                <c:pt idx="40">
                  <c:v> 16:00</c:v>
                </c:pt>
                <c:pt idx="41">
                  <c:v> 17:00</c:v>
                </c:pt>
                <c:pt idx="42">
                  <c:v> 18:00</c:v>
                </c:pt>
                <c:pt idx="43">
                  <c:v> 19:00</c:v>
                </c:pt>
                <c:pt idx="44">
                  <c:v> 20:00</c:v>
                </c:pt>
                <c:pt idx="45">
                  <c:v> 21:00</c:v>
                </c:pt>
                <c:pt idx="46">
                  <c:v> 22:00</c:v>
                </c:pt>
                <c:pt idx="47">
                  <c:v> 23:00</c:v>
                </c:pt>
                <c:pt idx="48">
                  <c:v>Wednesday - 00:00</c:v>
                </c:pt>
                <c:pt idx="49">
                  <c:v> 01:00</c:v>
                </c:pt>
                <c:pt idx="50">
                  <c:v> 02:00</c:v>
                </c:pt>
                <c:pt idx="51">
                  <c:v> 03:00</c:v>
                </c:pt>
                <c:pt idx="52">
                  <c:v> 04:00</c:v>
                </c:pt>
                <c:pt idx="53">
                  <c:v> 05:00</c:v>
                </c:pt>
                <c:pt idx="54">
                  <c:v> 06:00</c:v>
                </c:pt>
                <c:pt idx="55">
                  <c:v> 07:00</c:v>
                </c:pt>
                <c:pt idx="56">
                  <c:v> 08:00</c:v>
                </c:pt>
                <c:pt idx="57">
                  <c:v> 09:00</c:v>
                </c:pt>
                <c:pt idx="58">
                  <c:v> 10:00</c:v>
                </c:pt>
                <c:pt idx="59">
                  <c:v> 11:00</c:v>
                </c:pt>
                <c:pt idx="60">
                  <c:v> 12:00</c:v>
                </c:pt>
                <c:pt idx="61">
                  <c:v> 13:00</c:v>
                </c:pt>
                <c:pt idx="62">
                  <c:v> 14:00</c:v>
                </c:pt>
                <c:pt idx="63">
                  <c:v> 15:00</c:v>
                </c:pt>
                <c:pt idx="64">
                  <c:v> 16:00</c:v>
                </c:pt>
                <c:pt idx="65">
                  <c:v> 17:00</c:v>
                </c:pt>
                <c:pt idx="66">
                  <c:v> 18:00</c:v>
                </c:pt>
                <c:pt idx="67">
                  <c:v> 19:00</c:v>
                </c:pt>
                <c:pt idx="68">
                  <c:v> 20:00</c:v>
                </c:pt>
                <c:pt idx="69">
                  <c:v> 21:00</c:v>
                </c:pt>
                <c:pt idx="70">
                  <c:v> 22:00</c:v>
                </c:pt>
                <c:pt idx="71">
                  <c:v> 23:00</c:v>
                </c:pt>
                <c:pt idx="72">
                  <c:v>Thursday - 00:00</c:v>
                </c:pt>
                <c:pt idx="73">
                  <c:v> 01:00</c:v>
                </c:pt>
                <c:pt idx="74">
                  <c:v> 02:00</c:v>
                </c:pt>
                <c:pt idx="75">
                  <c:v> 03:00</c:v>
                </c:pt>
                <c:pt idx="76">
                  <c:v> 04:00</c:v>
                </c:pt>
                <c:pt idx="77">
                  <c:v> 05:00</c:v>
                </c:pt>
                <c:pt idx="78">
                  <c:v> 06:00</c:v>
                </c:pt>
                <c:pt idx="79">
                  <c:v> 07:00</c:v>
                </c:pt>
                <c:pt idx="80">
                  <c:v> 08:00</c:v>
                </c:pt>
                <c:pt idx="81">
                  <c:v> 09:00</c:v>
                </c:pt>
                <c:pt idx="82">
                  <c:v> 10:00</c:v>
                </c:pt>
                <c:pt idx="83">
                  <c:v> 11:00</c:v>
                </c:pt>
                <c:pt idx="84">
                  <c:v> 12:00</c:v>
                </c:pt>
                <c:pt idx="85">
                  <c:v> 13:00</c:v>
                </c:pt>
                <c:pt idx="86">
                  <c:v> 14:00</c:v>
                </c:pt>
                <c:pt idx="87">
                  <c:v> 15:00</c:v>
                </c:pt>
                <c:pt idx="88">
                  <c:v> 16:00</c:v>
                </c:pt>
                <c:pt idx="89">
                  <c:v> 17:00</c:v>
                </c:pt>
                <c:pt idx="90">
                  <c:v> 18:00</c:v>
                </c:pt>
                <c:pt idx="91">
                  <c:v> 19:00</c:v>
                </c:pt>
                <c:pt idx="92">
                  <c:v> 20:00</c:v>
                </c:pt>
                <c:pt idx="93">
                  <c:v> 21:00</c:v>
                </c:pt>
                <c:pt idx="94">
                  <c:v> 22:00</c:v>
                </c:pt>
                <c:pt idx="95">
                  <c:v> 23:00</c:v>
                </c:pt>
                <c:pt idx="96">
                  <c:v>Friday - 00:00</c:v>
                </c:pt>
                <c:pt idx="97">
                  <c:v> 01:00</c:v>
                </c:pt>
                <c:pt idx="98">
                  <c:v> 02:00</c:v>
                </c:pt>
                <c:pt idx="99">
                  <c:v> 03:00</c:v>
                </c:pt>
                <c:pt idx="100">
                  <c:v> 04:00</c:v>
                </c:pt>
                <c:pt idx="101">
                  <c:v> 05:00</c:v>
                </c:pt>
                <c:pt idx="102">
                  <c:v> 06:00</c:v>
                </c:pt>
                <c:pt idx="103">
                  <c:v> 07:00</c:v>
                </c:pt>
                <c:pt idx="104">
                  <c:v> 08:00</c:v>
                </c:pt>
                <c:pt idx="105">
                  <c:v> 09:00</c:v>
                </c:pt>
                <c:pt idx="106">
                  <c:v> 10:00</c:v>
                </c:pt>
                <c:pt idx="107">
                  <c:v> 11:00</c:v>
                </c:pt>
                <c:pt idx="108">
                  <c:v> 12:00</c:v>
                </c:pt>
                <c:pt idx="109">
                  <c:v> 13:00</c:v>
                </c:pt>
                <c:pt idx="110">
                  <c:v> 14:00</c:v>
                </c:pt>
                <c:pt idx="111">
                  <c:v> 15:00</c:v>
                </c:pt>
                <c:pt idx="112">
                  <c:v> 16:00</c:v>
                </c:pt>
                <c:pt idx="113">
                  <c:v> 17:00</c:v>
                </c:pt>
                <c:pt idx="114">
                  <c:v> 18:00</c:v>
                </c:pt>
                <c:pt idx="115">
                  <c:v> 19:00</c:v>
                </c:pt>
                <c:pt idx="116">
                  <c:v> 20:00</c:v>
                </c:pt>
                <c:pt idx="117">
                  <c:v> 21:00</c:v>
                </c:pt>
                <c:pt idx="118">
                  <c:v> 22:00</c:v>
                </c:pt>
                <c:pt idx="119">
                  <c:v> 23:00</c:v>
                </c:pt>
                <c:pt idx="120">
                  <c:v>Saturday - 00:00</c:v>
                </c:pt>
                <c:pt idx="121">
                  <c:v> 01:00</c:v>
                </c:pt>
                <c:pt idx="122">
                  <c:v> 02:00</c:v>
                </c:pt>
                <c:pt idx="123">
                  <c:v> 03:00</c:v>
                </c:pt>
                <c:pt idx="124">
                  <c:v> 04:00</c:v>
                </c:pt>
                <c:pt idx="125">
                  <c:v> 05:00</c:v>
                </c:pt>
                <c:pt idx="126">
                  <c:v> 06:00</c:v>
                </c:pt>
                <c:pt idx="127">
                  <c:v> 07:00</c:v>
                </c:pt>
                <c:pt idx="128">
                  <c:v> 08:00</c:v>
                </c:pt>
                <c:pt idx="129">
                  <c:v> 09:00</c:v>
                </c:pt>
                <c:pt idx="130">
                  <c:v> 10:00</c:v>
                </c:pt>
                <c:pt idx="131">
                  <c:v> 11:00</c:v>
                </c:pt>
                <c:pt idx="132">
                  <c:v> 12:00</c:v>
                </c:pt>
                <c:pt idx="133">
                  <c:v> 13:00</c:v>
                </c:pt>
                <c:pt idx="134">
                  <c:v> 14:00</c:v>
                </c:pt>
                <c:pt idx="135">
                  <c:v> 15:00</c:v>
                </c:pt>
                <c:pt idx="136">
                  <c:v> 16:00</c:v>
                </c:pt>
                <c:pt idx="137">
                  <c:v> 17:00</c:v>
                </c:pt>
                <c:pt idx="138">
                  <c:v> 18:00</c:v>
                </c:pt>
                <c:pt idx="139">
                  <c:v> 19:00</c:v>
                </c:pt>
                <c:pt idx="140">
                  <c:v> 20:00</c:v>
                </c:pt>
                <c:pt idx="141">
                  <c:v> 21:00</c:v>
                </c:pt>
                <c:pt idx="142">
                  <c:v> 22:00</c:v>
                </c:pt>
                <c:pt idx="143">
                  <c:v> 23:00</c:v>
                </c:pt>
                <c:pt idx="144">
                  <c:v>Sunday - 00:00</c:v>
                </c:pt>
                <c:pt idx="145">
                  <c:v> 01:00</c:v>
                </c:pt>
                <c:pt idx="146">
                  <c:v> 02:00</c:v>
                </c:pt>
                <c:pt idx="147">
                  <c:v> 03:00</c:v>
                </c:pt>
                <c:pt idx="148">
                  <c:v> 04:00</c:v>
                </c:pt>
                <c:pt idx="149">
                  <c:v> 05:00</c:v>
                </c:pt>
                <c:pt idx="150">
                  <c:v> 06:00</c:v>
                </c:pt>
                <c:pt idx="151">
                  <c:v> 07:00</c:v>
                </c:pt>
                <c:pt idx="152">
                  <c:v> 08:00</c:v>
                </c:pt>
                <c:pt idx="153">
                  <c:v> 09:00</c:v>
                </c:pt>
                <c:pt idx="154">
                  <c:v> 10:00</c:v>
                </c:pt>
                <c:pt idx="155">
                  <c:v> 11:00</c:v>
                </c:pt>
                <c:pt idx="156">
                  <c:v> 12:00</c:v>
                </c:pt>
                <c:pt idx="157">
                  <c:v> 13:00</c:v>
                </c:pt>
                <c:pt idx="158">
                  <c:v> 14:00</c:v>
                </c:pt>
                <c:pt idx="159">
                  <c:v> 15:00</c:v>
                </c:pt>
                <c:pt idx="160">
                  <c:v> 16:00</c:v>
                </c:pt>
                <c:pt idx="161">
                  <c:v> 17:00</c:v>
                </c:pt>
                <c:pt idx="162">
                  <c:v> 18:00</c:v>
                </c:pt>
                <c:pt idx="163">
                  <c:v> 19:00</c:v>
                </c:pt>
                <c:pt idx="164">
                  <c:v> 20:00</c:v>
                </c:pt>
                <c:pt idx="165">
                  <c:v> 21:00</c:v>
                </c:pt>
                <c:pt idx="166">
                  <c:v> 22:00</c:v>
                </c:pt>
                <c:pt idx="167">
                  <c:v> 23:00</c:v>
                </c:pt>
              </c:strCache>
              <c:extLst xmlns:c15="http://schemas.microsoft.com/office/drawing/2012/chart"/>
            </c:strRef>
          </c:cat>
          <c:val>
            <c:numRef>
              <c:f>'6 Hourly trips and durations'!$G$2:$G$169</c:f>
              <c:numCache>
                <c:formatCode>General</c:formatCode>
                <c:ptCount val="168"/>
                <c:pt idx="0">
                  <c:v>11.19</c:v>
                </c:pt>
                <c:pt idx="1">
                  <c:v>11.24</c:v>
                </c:pt>
                <c:pt idx="2">
                  <c:v>11.58</c:v>
                </c:pt>
                <c:pt idx="3">
                  <c:v>12.52</c:v>
                </c:pt>
                <c:pt idx="4">
                  <c:v>12.23</c:v>
                </c:pt>
                <c:pt idx="5">
                  <c:v>10.11</c:v>
                </c:pt>
                <c:pt idx="6">
                  <c:v>10.220000000000001</c:v>
                </c:pt>
                <c:pt idx="7">
                  <c:v>10.98</c:v>
                </c:pt>
                <c:pt idx="8">
                  <c:v>11.09</c:v>
                </c:pt>
                <c:pt idx="9">
                  <c:v>10.51</c:v>
                </c:pt>
                <c:pt idx="10">
                  <c:v>11.68</c:v>
                </c:pt>
                <c:pt idx="11">
                  <c:v>11.66</c:v>
                </c:pt>
                <c:pt idx="12">
                  <c:v>11.28</c:v>
                </c:pt>
                <c:pt idx="13">
                  <c:v>11.7</c:v>
                </c:pt>
                <c:pt idx="14">
                  <c:v>12.52</c:v>
                </c:pt>
                <c:pt idx="15">
                  <c:v>12.34</c:v>
                </c:pt>
                <c:pt idx="16">
                  <c:v>12.51</c:v>
                </c:pt>
                <c:pt idx="17">
                  <c:v>12.65</c:v>
                </c:pt>
                <c:pt idx="18">
                  <c:v>12.25</c:v>
                </c:pt>
                <c:pt idx="19">
                  <c:v>12.03</c:v>
                </c:pt>
                <c:pt idx="20">
                  <c:v>11.84</c:v>
                </c:pt>
                <c:pt idx="21">
                  <c:v>11.6</c:v>
                </c:pt>
                <c:pt idx="22">
                  <c:v>11.97</c:v>
                </c:pt>
                <c:pt idx="23">
                  <c:v>11.68</c:v>
                </c:pt>
                <c:pt idx="24">
                  <c:v>11.14</c:v>
                </c:pt>
                <c:pt idx="25">
                  <c:v>11.88</c:v>
                </c:pt>
                <c:pt idx="26">
                  <c:v>15</c:v>
                </c:pt>
                <c:pt idx="27">
                  <c:v>13.34</c:v>
                </c:pt>
                <c:pt idx="28">
                  <c:v>10.89</c:v>
                </c:pt>
                <c:pt idx="29">
                  <c:v>9.77</c:v>
                </c:pt>
                <c:pt idx="30">
                  <c:v>10.57</c:v>
                </c:pt>
                <c:pt idx="31">
                  <c:v>11.01</c:v>
                </c:pt>
                <c:pt idx="32">
                  <c:v>10.95</c:v>
                </c:pt>
                <c:pt idx="33">
                  <c:v>10.27</c:v>
                </c:pt>
                <c:pt idx="34">
                  <c:v>10.98</c:v>
                </c:pt>
                <c:pt idx="35">
                  <c:v>11.25</c:v>
                </c:pt>
                <c:pt idx="36">
                  <c:v>10.49</c:v>
                </c:pt>
                <c:pt idx="37">
                  <c:v>11.08</c:v>
                </c:pt>
                <c:pt idx="38">
                  <c:v>11.73</c:v>
                </c:pt>
                <c:pt idx="39">
                  <c:v>11.9</c:v>
                </c:pt>
                <c:pt idx="40">
                  <c:v>12.4</c:v>
                </c:pt>
                <c:pt idx="41">
                  <c:v>12.69</c:v>
                </c:pt>
                <c:pt idx="42">
                  <c:v>12.31</c:v>
                </c:pt>
                <c:pt idx="43">
                  <c:v>12.11</c:v>
                </c:pt>
                <c:pt idx="44">
                  <c:v>11.87</c:v>
                </c:pt>
                <c:pt idx="45">
                  <c:v>11.56</c:v>
                </c:pt>
                <c:pt idx="46">
                  <c:v>11.74</c:v>
                </c:pt>
                <c:pt idx="47">
                  <c:v>12.02</c:v>
                </c:pt>
                <c:pt idx="48">
                  <c:v>10.97</c:v>
                </c:pt>
                <c:pt idx="49">
                  <c:v>12.67</c:v>
                </c:pt>
                <c:pt idx="50">
                  <c:v>11.32</c:v>
                </c:pt>
                <c:pt idx="51">
                  <c:v>12.88</c:v>
                </c:pt>
                <c:pt idx="52">
                  <c:v>11.1</c:v>
                </c:pt>
                <c:pt idx="53">
                  <c:v>10.28</c:v>
                </c:pt>
                <c:pt idx="54">
                  <c:v>10.29</c:v>
                </c:pt>
                <c:pt idx="55">
                  <c:v>10.95</c:v>
                </c:pt>
                <c:pt idx="56">
                  <c:v>10.77</c:v>
                </c:pt>
                <c:pt idx="57">
                  <c:v>10.36</c:v>
                </c:pt>
                <c:pt idx="58">
                  <c:v>11.04</c:v>
                </c:pt>
                <c:pt idx="59">
                  <c:v>10.85</c:v>
                </c:pt>
                <c:pt idx="60">
                  <c:v>10.65</c:v>
                </c:pt>
                <c:pt idx="61">
                  <c:v>10.77</c:v>
                </c:pt>
                <c:pt idx="62">
                  <c:v>11.6</c:v>
                </c:pt>
                <c:pt idx="63">
                  <c:v>11.55</c:v>
                </c:pt>
                <c:pt idx="64">
                  <c:v>12.3</c:v>
                </c:pt>
                <c:pt idx="65">
                  <c:v>12.68</c:v>
                </c:pt>
                <c:pt idx="66">
                  <c:v>12.22</c:v>
                </c:pt>
                <c:pt idx="67">
                  <c:v>11.77</c:v>
                </c:pt>
                <c:pt idx="68">
                  <c:v>11.81</c:v>
                </c:pt>
                <c:pt idx="69">
                  <c:v>12</c:v>
                </c:pt>
                <c:pt idx="70">
                  <c:v>12.07</c:v>
                </c:pt>
                <c:pt idx="71">
                  <c:v>12.02</c:v>
                </c:pt>
                <c:pt idx="72">
                  <c:v>11.14</c:v>
                </c:pt>
                <c:pt idx="73">
                  <c:v>11.29</c:v>
                </c:pt>
                <c:pt idx="74">
                  <c:v>11.09</c:v>
                </c:pt>
                <c:pt idx="75">
                  <c:v>10.77</c:v>
                </c:pt>
                <c:pt idx="76">
                  <c:v>10.81</c:v>
                </c:pt>
                <c:pt idx="77">
                  <c:v>9.4</c:v>
                </c:pt>
                <c:pt idx="78">
                  <c:v>10.31</c:v>
                </c:pt>
                <c:pt idx="79">
                  <c:v>10.98</c:v>
                </c:pt>
                <c:pt idx="80">
                  <c:v>10.81</c:v>
                </c:pt>
                <c:pt idx="81">
                  <c:v>10.28</c:v>
                </c:pt>
                <c:pt idx="82">
                  <c:v>11.17</c:v>
                </c:pt>
                <c:pt idx="83">
                  <c:v>11.29</c:v>
                </c:pt>
                <c:pt idx="84">
                  <c:v>10.84</c:v>
                </c:pt>
                <c:pt idx="85">
                  <c:v>10.88</c:v>
                </c:pt>
                <c:pt idx="86">
                  <c:v>11.71</c:v>
                </c:pt>
                <c:pt idx="87">
                  <c:v>11.88</c:v>
                </c:pt>
                <c:pt idx="88">
                  <c:v>12.55</c:v>
                </c:pt>
                <c:pt idx="89">
                  <c:v>12.67</c:v>
                </c:pt>
                <c:pt idx="90">
                  <c:v>12.23</c:v>
                </c:pt>
                <c:pt idx="91">
                  <c:v>12.19</c:v>
                </c:pt>
                <c:pt idx="92">
                  <c:v>12.11</c:v>
                </c:pt>
                <c:pt idx="93">
                  <c:v>11.75</c:v>
                </c:pt>
                <c:pt idx="94">
                  <c:v>11.8</c:v>
                </c:pt>
                <c:pt idx="95">
                  <c:v>12.04</c:v>
                </c:pt>
                <c:pt idx="96">
                  <c:v>11.27</c:v>
                </c:pt>
                <c:pt idx="97">
                  <c:v>10.47</c:v>
                </c:pt>
                <c:pt idx="98">
                  <c:v>11.19</c:v>
                </c:pt>
                <c:pt idx="99">
                  <c:v>11.84</c:v>
                </c:pt>
                <c:pt idx="100">
                  <c:v>10.8</c:v>
                </c:pt>
                <c:pt idx="101">
                  <c:v>10.77</c:v>
                </c:pt>
                <c:pt idx="102">
                  <c:v>10.48</c:v>
                </c:pt>
                <c:pt idx="103">
                  <c:v>10.88</c:v>
                </c:pt>
                <c:pt idx="104">
                  <c:v>10.6</c:v>
                </c:pt>
                <c:pt idx="105">
                  <c:v>10.52</c:v>
                </c:pt>
                <c:pt idx="106">
                  <c:v>11.59</c:v>
                </c:pt>
                <c:pt idx="107">
                  <c:v>11.93</c:v>
                </c:pt>
                <c:pt idx="108">
                  <c:v>11.73</c:v>
                </c:pt>
                <c:pt idx="109">
                  <c:v>11.89</c:v>
                </c:pt>
                <c:pt idx="110">
                  <c:v>11.95</c:v>
                </c:pt>
                <c:pt idx="111">
                  <c:v>12.51</c:v>
                </c:pt>
                <c:pt idx="112">
                  <c:v>12.89</c:v>
                </c:pt>
                <c:pt idx="113">
                  <c:v>13</c:v>
                </c:pt>
                <c:pt idx="114">
                  <c:v>13.04</c:v>
                </c:pt>
                <c:pt idx="115">
                  <c:v>12.73</c:v>
                </c:pt>
                <c:pt idx="116">
                  <c:v>12.29</c:v>
                </c:pt>
                <c:pt idx="117">
                  <c:v>12.26</c:v>
                </c:pt>
                <c:pt idx="118">
                  <c:v>12.43</c:v>
                </c:pt>
                <c:pt idx="119">
                  <c:v>12.09</c:v>
                </c:pt>
                <c:pt idx="120">
                  <c:v>11.26</c:v>
                </c:pt>
                <c:pt idx="121">
                  <c:v>11.31</c:v>
                </c:pt>
                <c:pt idx="122">
                  <c:v>11.3</c:v>
                </c:pt>
                <c:pt idx="123">
                  <c:v>12.47</c:v>
                </c:pt>
                <c:pt idx="124">
                  <c:v>10.67</c:v>
                </c:pt>
                <c:pt idx="125">
                  <c:v>12.7</c:v>
                </c:pt>
                <c:pt idx="126">
                  <c:v>12.54</c:v>
                </c:pt>
                <c:pt idx="127">
                  <c:v>11.54</c:v>
                </c:pt>
                <c:pt idx="128">
                  <c:v>11.74</c:v>
                </c:pt>
                <c:pt idx="129">
                  <c:v>12.37</c:v>
                </c:pt>
                <c:pt idx="130">
                  <c:v>12.84</c:v>
                </c:pt>
                <c:pt idx="131">
                  <c:v>13.21</c:v>
                </c:pt>
                <c:pt idx="132">
                  <c:v>13.52</c:v>
                </c:pt>
                <c:pt idx="133">
                  <c:v>13.77</c:v>
                </c:pt>
                <c:pt idx="134">
                  <c:v>13.96</c:v>
                </c:pt>
                <c:pt idx="135">
                  <c:v>13.93</c:v>
                </c:pt>
                <c:pt idx="136">
                  <c:v>14.11</c:v>
                </c:pt>
                <c:pt idx="137">
                  <c:v>14.08</c:v>
                </c:pt>
                <c:pt idx="138">
                  <c:v>13.45</c:v>
                </c:pt>
                <c:pt idx="139">
                  <c:v>13.18</c:v>
                </c:pt>
                <c:pt idx="140">
                  <c:v>13.2</c:v>
                </c:pt>
                <c:pt idx="141">
                  <c:v>12.83</c:v>
                </c:pt>
                <c:pt idx="142">
                  <c:v>12.84</c:v>
                </c:pt>
                <c:pt idx="143">
                  <c:v>12.83</c:v>
                </c:pt>
                <c:pt idx="144">
                  <c:v>11.37</c:v>
                </c:pt>
                <c:pt idx="145">
                  <c:v>11.05</c:v>
                </c:pt>
                <c:pt idx="146">
                  <c:v>11.5</c:v>
                </c:pt>
                <c:pt idx="147">
                  <c:v>11.31</c:v>
                </c:pt>
                <c:pt idx="148">
                  <c:v>12.51</c:v>
                </c:pt>
                <c:pt idx="149">
                  <c:v>13.98</c:v>
                </c:pt>
                <c:pt idx="150">
                  <c:v>13.78</c:v>
                </c:pt>
                <c:pt idx="151">
                  <c:v>12.6</c:v>
                </c:pt>
                <c:pt idx="152">
                  <c:v>12.19</c:v>
                </c:pt>
                <c:pt idx="153">
                  <c:v>12.3</c:v>
                </c:pt>
                <c:pt idx="154">
                  <c:v>12.49</c:v>
                </c:pt>
                <c:pt idx="155">
                  <c:v>13.43</c:v>
                </c:pt>
                <c:pt idx="156">
                  <c:v>13.6</c:v>
                </c:pt>
                <c:pt idx="157">
                  <c:v>13.88</c:v>
                </c:pt>
                <c:pt idx="158">
                  <c:v>14.16</c:v>
                </c:pt>
                <c:pt idx="159">
                  <c:v>13.84</c:v>
                </c:pt>
                <c:pt idx="160">
                  <c:v>14.25</c:v>
                </c:pt>
                <c:pt idx="161">
                  <c:v>13.78</c:v>
                </c:pt>
                <c:pt idx="162">
                  <c:v>13.27</c:v>
                </c:pt>
                <c:pt idx="163">
                  <c:v>12.98</c:v>
                </c:pt>
                <c:pt idx="164">
                  <c:v>12.35</c:v>
                </c:pt>
                <c:pt idx="165">
                  <c:v>12.71</c:v>
                </c:pt>
                <c:pt idx="166">
                  <c:v>12.41</c:v>
                </c:pt>
                <c:pt idx="167">
                  <c:v>12.1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222C-4881-AFCB-9BA830AC6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4261759"/>
        <c:axId val="2442627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'6 Hourly trips and durations'!$C$1</c15:sqref>
                        </c15:formulaRef>
                      </c:ext>
                    </c:extLst>
                    <c:strCache>
                      <c:ptCount val="1"/>
                      <c:pt idx="0">
                        <c:v>Hour2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'6 Hourly trips and durations'!$A$2:$A$169</c15:sqref>
                        </c15:formulaRef>
                      </c:ext>
                    </c:extLst>
                    <c:strCache>
                      <c:ptCount val="168"/>
                      <c:pt idx="0">
                        <c:v>Monday - 00:00</c:v>
                      </c:pt>
                      <c:pt idx="1">
                        <c:v> 01:00</c:v>
                      </c:pt>
                      <c:pt idx="2">
                        <c:v> 02:00</c:v>
                      </c:pt>
                      <c:pt idx="3">
                        <c:v> 03:00</c:v>
                      </c:pt>
                      <c:pt idx="4">
                        <c:v> 04:00</c:v>
                      </c:pt>
                      <c:pt idx="5">
                        <c:v> 05:00</c:v>
                      </c:pt>
                      <c:pt idx="6">
                        <c:v> 06:00</c:v>
                      </c:pt>
                      <c:pt idx="7">
                        <c:v> 07:00</c:v>
                      </c:pt>
                      <c:pt idx="8">
                        <c:v> 08:00</c:v>
                      </c:pt>
                      <c:pt idx="9">
                        <c:v> 09:00</c:v>
                      </c:pt>
                      <c:pt idx="10">
                        <c:v> 10:00</c:v>
                      </c:pt>
                      <c:pt idx="11">
                        <c:v> 11:00</c:v>
                      </c:pt>
                      <c:pt idx="12">
                        <c:v> 12:00</c:v>
                      </c:pt>
                      <c:pt idx="13">
                        <c:v> 13:00</c:v>
                      </c:pt>
                      <c:pt idx="14">
                        <c:v> 14:00</c:v>
                      </c:pt>
                      <c:pt idx="15">
                        <c:v> 15:00</c:v>
                      </c:pt>
                      <c:pt idx="16">
                        <c:v> 16:00</c:v>
                      </c:pt>
                      <c:pt idx="17">
                        <c:v> 17:00</c:v>
                      </c:pt>
                      <c:pt idx="18">
                        <c:v> 18:00</c:v>
                      </c:pt>
                      <c:pt idx="19">
                        <c:v> 19:00</c:v>
                      </c:pt>
                      <c:pt idx="20">
                        <c:v> 20:00</c:v>
                      </c:pt>
                      <c:pt idx="21">
                        <c:v> 21:00</c:v>
                      </c:pt>
                      <c:pt idx="22">
                        <c:v> 22:00</c:v>
                      </c:pt>
                      <c:pt idx="23">
                        <c:v> 23:00</c:v>
                      </c:pt>
                      <c:pt idx="24">
                        <c:v>Tuesday - 00:00</c:v>
                      </c:pt>
                      <c:pt idx="25">
                        <c:v> 01:00</c:v>
                      </c:pt>
                      <c:pt idx="26">
                        <c:v> 02:00</c:v>
                      </c:pt>
                      <c:pt idx="27">
                        <c:v> 03:00</c:v>
                      </c:pt>
                      <c:pt idx="28">
                        <c:v> 04:00</c:v>
                      </c:pt>
                      <c:pt idx="29">
                        <c:v> 05:00</c:v>
                      </c:pt>
                      <c:pt idx="30">
                        <c:v> 06:00</c:v>
                      </c:pt>
                      <c:pt idx="31">
                        <c:v> 07:00</c:v>
                      </c:pt>
                      <c:pt idx="32">
                        <c:v> 08:00</c:v>
                      </c:pt>
                      <c:pt idx="33">
                        <c:v> 09:00</c:v>
                      </c:pt>
                      <c:pt idx="34">
                        <c:v> 10:00</c:v>
                      </c:pt>
                      <c:pt idx="35">
                        <c:v> 11:00</c:v>
                      </c:pt>
                      <c:pt idx="36">
                        <c:v> 12:00</c:v>
                      </c:pt>
                      <c:pt idx="37">
                        <c:v> 13:00</c:v>
                      </c:pt>
                      <c:pt idx="38">
                        <c:v> 14:00</c:v>
                      </c:pt>
                      <c:pt idx="39">
                        <c:v> 15:00</c:v>
                      </c:pt>
                      <c:pt idx="40">
                        <c:v> 16:00</c:v>
                      </c:pt>
                      <c:pt idx="41">
                        <c:v> 17:00</c:v>
                      </c:pt>
                      <c:pt idx="42">
                        <c:v> 18:00</c:v>
                      </c:pt>
                      <c:pt idx="43">
                        <c:v> 19:00</c:v>
                      </c:pt>
                      <c:pt idx="44">
                        <c:v> 20:00</c:v>
                      </c:pt>
                      <c:pt idx="45">
                        <c:v> 21:00</c:v>
                      </c:pt>
                      <c:pt idx="46">
                        <c:v> 22:00</c:v>
                      </c:pt>
                      <c:pt idx="47">
                        <c:v> 23:00</c:v>
                      </c:pt>
                      <c:pt idx="48">
                        <c:v>Wednesday - 00:00</c:v>
                      </c:pt>
                      <c:pt idx="49">
                        <c:v> 01:00</c:v>
                      </c:pt>
                      <c:pt idx="50">
                        <c:v> 02:00</c:v>
                      </c:pt>
                      <c:pt idx="51">
                        <c:v> 03:00</c:v>
                      </c:pt>
                      <c:pt idx="52">
                        <c:v> 04:00</c:v>
                      </c:pt>
                      <c:pt idx="53">
                        <c:v> 05:00</c:v>
                      </c:pt>
                      <c:pt idx="54">
                        <c:v> 06:00</c:v>
                      </c:pt>
                      <c:pt idx="55">
                        <c:v> 07:00</c:v>
                      </c:pt>
                      <c:pt idx="56">
                        <c:v> 08:00</c:v>
                      </c:pt>
                      <c:pt idx="57">
                        <c:v> 09:00</c:v>
                      </c:pt>
                      <c:pt idx="58">
                        <c:v> 10:00</c:v>
                      </c:pt>
                      <c:pt idx="59">
                        <c:v> 11:00</c:v>
                      </c:pt>
                      <c:pt idx="60">
                        <c:v> 12:00</c:v>
                      </c:pt>
                      <c:pt idx="61">
                        <c:v> 13:00</c:v>
                      </c:pt>
                      <c:pt idx="62">
                        <c:v> 14:00</c:v>
                      </c:pt>
                      <c:pt idx="63">
                        <c:v> 15:00</c:v>
                      </c:pt>
                      <c:pt idx="64">
                        <c:v> 16:00</c:v>
                      </c:pt>
                      <c:pt idx="65">
                        <c:v> 17:00</c:v>
                      </c:pt>
                      <c:pt idx="66">
                        <c:v> 18:00</c:v>
                      </c:pt>
                      <c:pt idx="67">
                        <c:v> 19:00</c:v>
                      </c:pt>
                      <c:pt idx="68">
                        <c:v> 20:00</c:v>
                      </c:pt>
                      <c:pt idx="69">
                        <c:v> 21:00</c:v>
                      </c:pt>
                      <c:pt idx="70">
                        <c:v> 22:00</c:v>
                      </c:pt>
                      <c:pt idx="71">
                        <c:v> 23:00</c:v>
                      </c:pt>
                      <c:pt idx="72">
                        <c:v>Thursday - 00:00</c:v>
                      </c:pt>
                      <c:pt idx="73">
                        <c:v> 01:00</c:v>
                      </c:pt>
                      <c:pt idx="74">
                        <c:v> 02:00</c:v>
                      </c:pt>
                      <c:pt idx="75">
                        <c:v> 03:00</c:v>
                      </c:pt>
                      <c:pt idx="76">
                        <c:v> 04:00</c:v>
                      </c:pt>
                      <c:pt idx="77">
                        <c:v> 05:00</c:v>
                      </c:pt>
                      <c:pt idx="78">
                        <c:v> 06:00</c:v>
                      </c:pt>
                      <c:pt idx="79">
                        <c:v> 07:00</c:v>
                      </c:pt>
                      <c:pt idx="80">
                        <c:v> 08:00</c:v>
                      </c:pt>
                      <c:pt idx="81">
                        <c:v> 09:00</c:v>
                      </c:pt>
                      <c:pt idx="82">
                        <c:v> 10:00</c:v>
                      </c:pt>
                      <c:pt idx="83">
                        <c:v> 11:00</c:v>
                      </c:pt>
                      <c:pt idx="84">
                        <c:v> 12:00</c:v>
                      </c:pt>
                      <c:pt idx="85">
                        <c:v> 13:00</c:v>
                      </c:pt>
                      <c:pt idx="86">
                        <c:v> 14:00</c:v>
                      </c:pt>
                      <c:pt idx="87">
                        <c:v> 15:00</c:v>
                      </c:pt>
                      <c:pt idx="88">
                        <c:v> 16:00</c:v>
                      </c:pt>
                      <c:pt idx="89">
                        <c:v> 17:00</c:v>
                      </c:pt>
                      <c:pt idx="90">
                        <c:v> 18:00</c:v>
                      </c:pt>
                      <c:pt idx="91">
                        <c:v> 19:00</c:v>
                      </c:pt>
                      <c:pt idx="92">
                        <c:v> 20:00</c:v>
                      </c:pt>
                      <c:pt idx="93">
                        <c:v> 21:00</c:v>
                      </c:pt>
                      <c:pt idx="94">
                        <c:v> 22:00</c:v>
                      </c:pt>
                      <c:pt idx="95">
                        <c:v> 23:00</c:v>
                      </c:pt>
                      <c:pt idx="96">
                        <c:v>Friday - 00:00</c:v>
                      </c:pt>
                      <c:pt idx="97">
                        <c:v> 01:00</c:v>
                      </c:pt>
                      <c:pt idx="98">
                        <c:v> 02:00</c:v>
                      </c:pt>
                      <c:pt idx="99">
                        <c:v> 03:00</c:v>
                      </c:pt>
                      <c:pt idx="100">
                        <c:v> 04:00</c:v>
                      </c:pt>
                      <c:pt idx="101">
                        <c:v> 05:00</c:v>
                      </c:pt>
                      <c:pt idx="102">
                        <c:v> 06:00</c:v>
                      </c:pt>
                      <c:pt idx="103">
                        <c:v> 07:00</c:v>
                      </c:pt>
                      <c:pt idx="104">
                        <c:v> 08:00</c:v>
                      </c:pt>
                      <c:pt idx="105">
                        <c:v> 09:00</c:v>
                      </c:pt>
                      <c:pt idx="106">
                        <c:v> 10:00</c:v>
                      </c:pt>
                      <c:pt idx="107">
                        <c:v> 11:00</c:v>
                      </c:pt>
                      <c:pt idx="108">
                        <c:v> 12:00</c:v>
                      </c:pt>
                      <c:pt idx="109">
                        <c:v> 13:00</c:v>
                      </c:pt>
                      <c:pt idx="110">
                        <c:v> 14:00</c:v>
                      </c:pt>
                      <c:pt idx="111">
                        <c:v> 15:00</c:v>
                      </c:pt>
                      <c:pt idx="112">
                        <c:v> 16:00</c:v>
                      </c:pt>
                      <c:pt idx="113">
                        <c:v> 17:00</c:v>
                      </c:pt>
                      <c:pt idx="114">
                        <c:v> 18:00</c:v>
                      </c:pt>
                      <c:pt idx="115">
                        <c:v> 19:00</c:v>
                      </c:pt>
                      <c:pt idx="116">
                        <c:v> 20:00</c:v>
                      </c:pt>
                      <c:pt idx="117">
                        <c:v> 21:00</c:v>
                      </c:pt>
                      <c:pt idx="118">
                        <c:v> 22:00</c:v>
                      </c:pt>
                      <c:pt idx="119">
                        <c:v> 23:00</c:v>
                      </c:pt>
                      <c:pt idx="120">
                        <c:v>Saturday - 00:00</c:v>
                      </c:pt>
                      <c:pt idx="121">
                        <c:v> 01:00</c:v>
                      </c:pt>
                      <c:pt idx="122">
                        <c:v> 02:00</c:v>
                      </c:pt>
                      <c:pt idx="123">
                        <c:v> 03:00</c:v>
                      </c:pt>
                      <c:pt idx="124">
                        <c:v> 04:00</c:v>
                      </c:pt>
                      <c:pt idx="125">
                        <c:v> 05:00</c:v>
                      </c:pt>
                      <c:pt idx="126">
                        <c:v> 06:00</c:v>
                      </c:pt>
                      <c:pt idx="127">
                        <c:v> 07:00</c:v>
                      </c:pt>
                      <c:pt idx="128">
                        <c:v> 08:00</c:v>
                      </c:pt>
                      <c:pt idx="129">
                        <c:v> 09:00</c:v>
                      </c:pt>
                      <c:pt idx="130">
                        <c:v> 10:00</c:v>
                      </c:pt>
                      <c:pt idx="131">
                        <c:v> 11:00</c:v>
                      </c:pt>
                      <c:pt idx="132">
                        <c:v> 12:00</c:v>
                      </c:pt>
                      <c:pt idx="133">
                        <c:v> 13:00</c:v>
                      </c:pt>
                      <c:pt idx="134">
                        <c:v> 14:00</c:v>
                      </c:pt>
                      <c:pt idx="135">
                        <c:v> 15:00</c:v>
                      </c:pt>
                      <c:pt idx="136">
                        <c:v> 16:00</c:v>
                      </c:pt>
                      <c:pt idx="137">
                        <c:v> 17:00</c:v>
                      </c:pt>
                      <c:pt idx="138">
                        <c:v> 18:00</c:v>
                      </c:pt>
                      <c:pt idx="139">
                        <c:v> 19:00</c:v>
                      </c:pt>
                      <c:pt idx="140">
                        <c:v> 20:00</c:v>
                      </c:pt>
                      <c:pt idx="141">
                        <c:v> 21:00</c:v>
                      </c:pt>
                      <c:pt idx="142">
                        <c:v> 22:00</c:v>
                      </c:pt>
                      <c:pt idx="143">
                        <c:v> 23:00</c:v>
                      </c:pt>
                      <c:pt idx="144">
                        <c:v>Sunday - 00:00</c:v>
                      </c:pt>
                      <c:pt idx="145">
                        <c:v> 01:00</c:v>
                      </c:pt>
                      <c:pt idx="146">
                        <c:v> 02:00</c:v>
                      </c:pt>
                      <c:pt idx="147">
                        <c:v> 03:00</c:v>
                      </c:pt>
                      <c:pt idx="148">
                        <c:v> 04:00</c:v>
                      </c:pt>
                      <c:pt idx="149">
                        <c:v> 05:00</c:v>
                      </c:pt>
                      <c:pt idx="150">
                        <c:v> 06:00</c:v>
                      </c:pt>
                      <c:pt idx="151">
                        <c:v> 07:00</c:v>
                      </c:pt>
                      <c:pt idx="152">
                        <c:v> 08:00</c:v>
                      </c:pt>
                      <c:pt idx="153">
                        <c:v> 09:00</c:v>
                      </c:pt>
                      <c:pt idx="154">
                        <c:v> 10:00</c:v>
                      </c:pt>
                      <c:pt idx="155">
                        <c:v> 11:00</c:v>
                      </c:pt>
                      <c:pt idx="156">
                        <c:v> 12:00</c:v>
                      </c:pt>
                      <c:pt idx="157">
                        <c:v> 13:00</c:v>
                      </c:pt>
                      <c:pt idx="158">
                        <c:v> 14:00</c:v>
                      </c:pt>
                      <c:pt idx="159">
                        <c:v> 15:00</c:v>
                      </c:pt>
                      <c:pt idx="160">
                        <c:v> 16:00</c:v>
                      </c:pt>
                      <c:pt idx="161">
                        <c:v> 17:00</c:v>
                      </c:pt>
                      <c:pt idx="162">
                        <c:v> 18:00</c:v>
                      </c:pt>
                      <c:pt idx="163">
                        <c:v> 19:00</c:v>
                      </c:pt>
                      <c:pt idx="164">
                        <c:v> 20:00</c:v>
                      </c:pt>
                      <c:pt idx="165">
                        <c:v> 21:00</c:v>
                      </c:pt>
                      <c:pt idx="166">
                        <c:v> 22:00</c:v>
                      </c:pt>
                      <c:pt idx="167">
                        <c:v> 23:00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'6 Hourly trips and durations'!$C$2:$C$169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0</c:v>
                      </c:pt>
                      <c:pt idx="25">
                        <c:v>1</c:v>
                      </c:pt>
                      <c:pt idx="26">
                        <c:v>2</c:v>
                      </c:pt>
                      <c:pt idx="27">
                        <c:v>3</c:v>
                      </c:pt>
                      <c:pt idx="28">
                        <c:v>4</c:v>
                      </c:pt>
                      <c:pt idx="29">
                        <c:v>5</c:v>
                      </c:pt>
                      <c:pt idx="30">
                        <c:v>6</c:v>
                      </c:pt>
                      <c:pt idx="31">
                        <c:v>7</c:v>
                      </c:pt>
                      <c:pt idx="32">
                        <c:v>8</c:v>
                      </c:pt>
                      <c:pt idx="33">
                        <c:v>9</c:v>
                      </c:pt>
                      <c:pt idx="34">
                        <c:v>10</c:v>
                      </c:pt>
                      <c:pt idx="35">
                        <c:v>11</c:v>
                      </c:pt>
                      <c:pt idx="36">
                        <c:v>12</c:v>
                      </c:pt>
                      <c:pt idx="37">
                        <c:v>13</c:v>
                      </c:pt>
                      <c:pt idx="38">
                        <c:v>14</c:v>
                      </c:pt>
                      <c:pt idx="39">
                        <c:v>15</c:v>
                      </c:pt>
                      <c:pt idx="40">
                        <c:v>16</c:v>
                      </c:pt>
                      <c:pt idx="41">
                        <c:v>17</c:v>
                      </c:pt>
                      <c:pt idx="42">
                        <c:v>18</c:v>
                      </c:pt>
                      <c:pt idx="43">
                        <c:v>19</c:v>
                      </c:pt>
                      <c:pt idx="44">
                        <c:v>20</c:v>
                      </c:pt>
                      <c:pt idx="45">
                        <c:v>21</c:v>
                      </c:pt>
                      <c:pt idx="46">
                        <c:v>22</c:v>
                      </c:pt>
                      <c:pt idx="47">
                        <c:v>23</c:v>
                      </c:pt>
                      <c:pt idx="48">
                        <c:v>0</c:v>
                      </c:pt>
                      <c:pt idx="49">
                        <c:v>1</c:v>
                      </c:pt>
                      <c:pt idx="50">
                        <c:v>2</c:v>
                      </c:pt>
                      <c:pt idx="51">
                        <c:v>3</c:v>
                      </c:pt>
                      <c:pt idx="52">
                        <c:v>4</c:v>
                      </c:pt>
                      <c:pt idx="53">
                        <c:v>5</c:v>
                      </c:pt>
                      <c:pt idx="54">
                        <c:v>6</c:v>
                      </c:pt>
                      <c:pt idx="55">
                        <c:v>7</c:v>
                      </c:pt>
                      <c:pt idx="56">
                        <c:v>8</c:v>
                      </c:pt>
                      <c:pt idx="57">
                        <c:v>9</c:v>
                      </c:pt>
                      <c:pt idx="58">
                        <c:v>10</c:v>
                      </c:pt>
                      <c:pt idx="59">
                        <c:v>11</c:v>
                      </c:pt>
                      <c:pt idx="60">
                        <c:v>12</c:v>
                      </c:pt>
                      <c:pt idx="61">
                        <c:v>13</c:v>
                      </c:pt>
                      <c:pt idx="62">
                        <c:v>14</c:v>
                      </c:pt>
                      <c:pt idx="63">
                        <c:v>15</c:v>
                      </c:pt>
                      <c:pt idx="64">
                        <c:v>16</c:v>
                      </c:pt>
                      <c:pt idx="65">
                        <c:v>17</c:v>
                      </c:pt>
                      <c:pt idx="66">
                        <c:v>18</c:v>
                      </c:pt>
                      <c:pt idx="67">
                        <c:v>19</c:v>
                      </c:pt>
                      <c:pt idx="68">
                        <c:v>20</c:v>
                      </c:pt>
                      <c:pt idx="69">
                        <c:v>21</c:v>
                      </c:pt>
                      <c:pt idx="70">
                        <c:v>22</c:v>
                      </c:pt>
                      <c:pt idx="71">
                        <c:v>23</c:v>
                      </c:pt>
                      <c:pt idx="72">
                        <c:v>0</c:v>
                      </c:pt>
                      <c:pt idx="73">
                        <c:v>1</c:v>
                      </c:pt>
                      <c:pt idx="74">
                        <c:v>2</c:v>
                      </c:pt>
                      <c:pt idx="75">
                        <c:v>3</c:v>
                      </c:pt>
                      <c:pt idx="76">
                        <c:v>4</c:v>
                      </c:pt>
                      <c:pt idx="77">
                        <c:v>5</c:v>
                      </c:pt>
                      <c:pt idx="78">
                        <c:v>6</c:v>
                      </c:pt>
                      <c:pt idx="79">
                        <c:v>7</c:v>
                      </c:pt>
                      <c:pt idx="80">
                        <c:v>8</c:v>
                      </c:pt>
                      <c:pt idx="81">
                        <c:v>9</c:v>
                      </c:pt>
                      <c:pt idx="82">
                        <c:v>10</c:v>
                      </c:pt>
                      <c:pt idx="83">
                        <c:v>11</c:v>
                      </c:pt>
                      <c:pt idx="84">
                        <c:v>12</c:v>
                      </c:pt>
                      <c:pt idx="85">
                        <c:v>13</c:v>
                      </c:pt>
                      <c:pt idx="86">
                        <c:v>14</c:v>
                      </c:pt>
                      <c:pt idx="87">
                        <c:v>15</c:v>
                      </c:pt>
                      <c:pt idx="88">
                        <c:v>16</c:v>
                      </c:pt>
                      <c:pt idx="89">
                        <c:v>17</c:v>
                      </c:pt>
                      <c:pt idx="90">
                        <c:v>18</c:v>
                      </c:pt>
                      <c:pt idx="91">
                        <c:v>19</c:v>
                      </c:pt>
                      <c:pt idx="92">
                        <c:v>20</c:v>
                      </c:pt>
                      <c:pt idx="93">
                        <c:v>21</c:v>
                      </c:pt>
                      <c:pt idx="94">
                        <c:v>22</c:v>
                      </c:pt>
                      <c:pt idx="95">
                        <c:v>23</c:v>
                      </c:pt>
                      <c:pt idx="96">
                        <c:v>0</c:v>
                      </c:pt>
                      <c:pt idx="97">
                        <c:v>1</c:v>
                      </c:pt>
                      <c:pt idx="98">
                        <c:v>2</c:v>
                      </c:pt>
                      <c:pt idx="99">
                        <c:v>3</c:v>
                      </c:pt>
                      <c:pt idx="100">
                        <c:v>4</c:v>
                      </c:pt>
                      <c:pt idx="101">
                        <c:v>5</c:v>
                      </c:pt>
                      <c:pt idx="102">
                        <c:v>6</c:v>
                      </c:pt>
                      <c:pt idx="103">
                        <c:v>7</c:v>
                      </c:pt>
                      <c:pt idx="104">
                        <c:v>8</c:v>
                      </c:pt>
                      <c:pt idx="105">
                        <c:v>9</c:v>
                      </c:pt>
                      <c:pt idx="106">
                        <c:v>10</c:v>
                      </c:pt>
                      <c:pt idx="107">
                        <c:v>11</c:v>
                      </c:pt>
                      <c:pt idx="108">
                        <c:v>12</c:v>
                      </c:pt>
                      <c:pt idx="109">
                        <c:v>13</c:v>
                      </c:pt>
                      <c:pt idx="110">
                        <c:v>14</c:v>
                      </c:pt>
                      <c:pt idx="111">
                        <c:v>15</c:v>
                      </c:pt>
                      <c:pt idx="112">
                        <c:v>16</c:v>
                      </c:pt>
                      <c:pt idx="113">
                        <c:v>17</c:v>
                      </c:pt>
                      <c:pt idx="114">
                        <c:v>18</c:v>
                      </c:pt>
                      <c:pt idx="115">
                        <c:v>19</c:v>
                      </c:pt>
                      <c:pt idx="116">
                        <c:v>20</c:v>
                      </c:pt>
                      <c:pt idx="117">
                        <c:v>21</c:v>
                      </c:pt>
                      <c:pt idx="118">
                        <c:v>22</c:v>
                      </c:pt>
                      <c:pt idx="119">
                        <c:v>23</c:v>
                      </c:pt>
                      <c:pt idx="120">
                        <c:v>0</c:v>
                      </c:pt>
                      <c:pt idx="121">
                        <c:v>1</c:v>
                      </c:pt>
                      <c:pt idx="122">
                        <c:v>2</c:v>
                      </c:pt>
                      <c:pt idx="123">
                        <c:v>3</c:v>
                      </c:pt>
                      <c:pt idx="124">
                        <c:v>4</c:v>
                      </c:pt>
                      <c:pt idx="125">
                        <c:v>5</c:v>
                      </c:pt>
                      <c:pt idx="126">
                        <c:v>6</c:v>
                      </c:pt>
                      <c:pt idx="127">
                        <c:v>7</c:v>
                      </c:pt>
                      <c:pt idx="128">
                        <c:v>8</c:v>
                      </c:pt>
                      <c:pt idx="129">
                        <c:v>9</c:v>
                      </c:pt>
                      <c:pt idx="130">
                        <c:v>10</c:v>
                      </c:pt>
                      <c:pt idx="131">
                        <c:v>11</c:v>
                      </c:pt>
                      <c:pt idx="132">
                        <c:v>12</c:v>
                      </c:pt>
                      <c:pt idx="133">
                        <c:v>13</c:v>
                      </c:pt>
                      <c:pt idx="134">
                        <c:v>14</c:v>
                      </c:pt>
                      <c:pt idx="135">
                        <c:v>15</c:v>
                      </c:pt>
                      <c:pt idx="136">
                        <c:v>16</c:v>
                      </c:pt>
                      <c:pt idx="137">
                        <c:v>17</c:v>
                      </c:pt>
                      <c:pt idx="138">
                        <c:v>18</c:v>
                      </c:pt>
                      <c:pt idx="139">
                        <c:v>19</c:v>
                      </c:pt>
                      <c:pt idx="140">
                        <c:v>20</c:v>
                      </c:pt>
                      <c:pt idx="141">
                        <c:v>21</c:v>
                      </c:pt>
                      <c:pt idx="142">
                        <c:v>22</c:v>
                      </c:pt>
                      <c:pt idx="143">
                        <c:v>23</c:v>
                      </c:pt>
                      <c:pt idx="144">
                        <c:v>0</c:v>
                      </c:pt>
                      <c:pt idx="145">
                        <c:v>1</c:v>
                      </c:pt>
                      <c:pt idx="146">
                        <c:v>2</c:v>
                      </c:pt>
                      <c:pt idx="147">
                        <c:v>3</c:v>
                      </c:pt>
                      <c:pt idx="148">
                        <c:v>4</c:v>
                      </c:pt>
                      <c:pt idx="149">
                        <c:v>5</c:v>
                      </c:pt>
                      <c:pt idx="150">
                        <c:v>6</c:v>
                      </c:pt>
                      <c:pt idx="151">
                        <c:v>7</c:v>
                      </c:pt>
                      <c:pt idx="152">
                        <c:v>8</c:v>
                      </c:pt>
                      <c:pt idx="153">
                        <c:v>9</c:v>
                      </c:pt>
                      <c:pt idx="154">
                        <c:v>10</c:v>
                      </c:pt>
                      <c:pt idx="155">
                        <c:v>11</c:v>
                      </c:pt>
                      <c:pt idx="156">
                        <c:v>12</c:v>
                      </c:pt>
                      <c:pt idx="157">
                        <c:v>13</c:v>
                      </c:pt>
                      <c:pt idx="158">
                        <c:v>14</c:v>
                      </c:pt>
                      <c:pt idx="159">
                        <c:v>15</c:v>
                      </c:pt>
                      <c:pt idx="160">
                        <c:v>16</c:v>
                      </c:pt>
                      <c:pt idx="161">
                        <c:v>17</c:v>
                      </c:pt>
                      <c:pt idx="162">
                        <c:v>18</c:v>
                      </c:pt>
                      <c:pt idx="163">
                        <c:v>19</c:v>
                      </c:pt>
                      <c:pt idx="164">
                        <c:v>20</c:v>
                      </c:pt>
                      <c:pt idx="165">
                        <c:v>21</c:v>
                      </c:pt>
                      <c:pt idx="166">
                        <c:v>22</c:v>
                      </c:pt>
                      <c:pt idx="167">
                        <c:v>23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222C-4881-AFCB-9BA830AC6D3E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durations'!$D$1</c15:sqref>
                        </c15:formulaRef>
                      </c:ext>
                    </c:extLst>
                    <c:strCache>
                      <c:ptCount val="1"/>
                      <c:pt idx="0">
                        <c:v>Casual rider trips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durations'!$A$2:$A$169</c15:sqref>
                        </c15:formulaRef>
                      </c:ext>
                    </c:extLst>
                    <c:strCache>
                      <c:ptCount val="168"/>
                      <c:pt idx="0">
                        <c:v>Monday - 00:00</c:v>
                      </c:pt>
                      <c:pt idx="1">
                        <c:v> 01:00</c:v>
                      </c:pt>
                      <c:pt idx="2">
                        <c:v> 02:00</c:v>
                      </c:pt>
                      <c:pt idx="3">
                        <c:v> 03:00</c:v>
                      </c:pt>
                      <c:pt idx="4">
                        <c:v> 04:00</c:v>
                      </c:pt>
                      <c:pt idx="5">
                        <c:v> 05:00</c:v>
                      </c:pt>
                      <c:pt idx="6">
                        <c:v> 06:00</c:v>
                      </c:pt>
                      <c:pt idx="7">
                        <c:v> 07:00</c:v>
                      </c:pt>
                      <c:pt idx="8">
                        <c:v> 08:00</c:v>
                      </c:pt>
                      <c:pt idx="9">
                        <c:v> 09:00</c:v>
                      </c:pt>
                      <c:pt idx="10">
                        <c:v> 10:00</c:v>
                      </c:pt>
                      <c:pt idx="11">
                        <c:v> 11:00</c:v>
                      </c:pt>
                      <c:pt idx="12">
                        <c:v> 12:00</c:v>
                      </c:pt>
                      <c:pt idx="13">
                        <c:v> 13:00</c:v>
                      </c:pt>
                      <c:pt idx="14">
                        <c:v> 14:00</c:v>
                      </c:pt>
                      <c:pt idx="15">
                        <c:v> 15:00</c:v>
                      </c:pt>
                      <c:pt idx="16">
                        <c:v> 16:00</c:v>
                      </c:pt>
                      <c:pt idx="17">
                        <c:v> 17:00</c:v>
                      </c:pt>
                      <c:pt idx="18">
                        <c:v> 18:00</c:v>
                      </c:pt>
                      <c:pt idx="19">
                        <c:v> 19:00</c:v>
                      </c:pt>
                      <c:pt idx="20">
                        <c:v> 20:00</c:v>
                      </c:pt>
                      <c:pt idx="21">
                        <c:v> 21:00</c:v>
                      </c:pt>
                      <c:pt idx="22">
                        <c:v> 22:00</c:v>
                      </c:pt>
                      <c:pt idx="23">
                        <c:v> 23:00</c:v>
                      </c:pt>
                      <c:pt idx="24">
                        <c:v>Tuesday - 00:00</c:v>
                      </c:pt>
                      <c:pt idx="25">
                        <c:v> 01:00</c:v>
                      </c:pt>
                      <c:pt idx="26">
                        <c:v> 02:00</c:v>
                      </c:pt>
                      <c:pt idx="27">
                        <c:v> 03:00</c:v>
                      </c:pt>
                      <c:pt idx="28">
                        <c:v> 04:00</c:v>
                      </c:pt>
                      <c:pt idx="29">
                        <c:v> 05:00</c:v>
                      </c:pt>
                      <c:pt idx="30">
                        <c:v> 06:00</c:v>
                      </c:pt>
                      <c:pt idx="31">
                        <c:v> 07:00</c:v>
                      </c:pt>
                      <c:pt idx="32">
                        <c:v> 08:00</c:v>
                      </c:pt>
                      <c:pt idx="33">
                        <c:v> 09:00</c:v>
                      </c:pt>
                      <c:pt idx="34">
                        <c:v> 10:00</c:v>
                      </c:pt>
                      <c:pt idx="35">
                        <c:v> 11:00</c:v>
                      </c:pt>
                      <c:pt idx="36">
                        <c:v> 12:00</c:v>
                      </c:pt>
                      <c:pt idx="37">
                        <c:v> 13:00</c:v>
                      </c:pt>
                      <c:pt idx="38">
                        <c:v> 14:00</c:v>
                      </c:pt>
                      <c:pt idx="39">
                        <c:v> 15:00</c:v>
                      </c:pt>
                      <c:pt idx="40">
                        <c:v> 16:00</c:v>
                      </c:pt>
                      <c:pt idx="41">
                        <c:v> 17:00</c:v>
                      </c:pt>
                      <c:pt idx="42">
                        <c:v> 18:00</c:v>
                      </c:pt>
                      <c:pt idx="43">
                        <c:v> 19:00</c:v>
                      </c:pt>
                      <c:pt idx="44">
                        <c:v> 20:00</c:v>
                      </c:pt>
                      <c:pt idx="45">
                        <c:v> 21:00</c:v>
                      </c:pt>
                      <c:pt idx="46">
                        <c:v> 22:00</c:v>
                      </c:pt>
                      <c:pt idx="47">
                        <c:v> 23:00</c:v>
                      </c:pt>
                      <c:pt idx="48">
                        <c:v>Wednesday - 00:00</c:v>
                      </c:pt>
                      <c:pt idx="49">
                        <c:v> 01:00</c:v>
                      </c:pt>
                      <c:pt idx="50">
                        <c:v> 02:00</c:v>
                      </c:pt>
                      <c:pt idx="51">
                        <c:v> 03:00</c:v>
                      </c:pt>
                      <c:pt idx="52">
                        <c:v> 04:00</c:v>
                      </c:pt>
                      <c:pt idx="53">
                        <c:v> 05:00</c:v>
                      </c:pt>
                      <c:pt idx="54">
                        <c:v> 06:00</c:v>
                      </c:pt>
                      <c:pt idx="55">
                        <c:v> 07:00</c:v>
                      </c:pt>
                      <c:pt idx="56">
                        <c:v> 08:00</c:v>
                      </c:pt>
                      <c:pt idx="57">
                        <c:v> 09:00</c:v>
                      </c:pt>
                      <c:pt idx="58">
                        <c:v> 10:00</c:v>
                      </c:pt>
                      <c:pt idx="59">
                        <c:v> 11:00</c:v>
                      </c:pt>
                      <c:pt idx="60">
                        <c:v> 12:00</c:v>
                      </c:pt>
                      <c:pt idx="61">
                        <c:v> 13:00</c:v>
                      </c:pt>
                      <c:pt idx="62">
                        <c:v> 14:00</c:v>
                      </c:pt>
                      <c:pt idx="63">
                        <c:v> 15:00</c:v>
                      </c:pt>
                      <c:pt idx="64">
                        <c:v> 16:00</c:v>
                      </c:pt>
                      <c:pt idx="65">
                        <c:v> 17:00</c:v>
                      </c:pt>
                      <c:pt idx="66">
                        <c:v> 18:00</c:v>
                      </c:pt>
                      <c:pt idx="67">
                        <c:v> 19:00</c:v>
                      </c:pt>
                      <c:pt idx="68">
                        <c:v> 20:00</c:v>
                      </c:pt>
                      <c:pt idx="69">
                        <c:v> 21:00</c:v>
                      </c:pt>
                      <c:pt idx="70">
                        <c:v> 22:00</c:v>
                      </c:pt>
                      <c:pt idx="71">
                        <c:v> 23:00</c:v>
                      </c:pt>
                      <c:pt idx="72">
                        <c:v>Thursday - 00:00</c:v>
                      </c:pt>
                      <c:pt idx="73">
                        <c:v> 01:00</c:v>
                      </c:pt>
                      <c:pt idx="74">
                        <c:v> 02:00</c:v>
                      </c:pt>
                      <c:pt idx="75">
                        <c:v> 03:00</c:v>
                      </c:pt>
                      <c:pt idx="76">
                        <c:v> 04:00</c:v>
                      </c:pt>
                      <c:pt idx="77">
                        <c:v> 05:00</c:v>
                      </c:pt>
                      <c:pt idx="78">
                        <c:v> 06:00</c:v>
                      </c:pt>
                      <c:pt idx="79">
                        <c:v> 07:00</c:v>
                      </c:pt>
                      <c:pt idx="80">
                        <c:v> 08:00</c:v>
                      </c:pt>
                      <c:pt idx="81">
                        <c:v> 09:00</c:v>
                      </c:pt>
                      <c:pt idx="82">
                        <c:v> 10:00</c:v>
                      </c:pt>
                      <c:pt idx="83">
                        <c:v> 11:00</c:v>
                      </c:pt>
                      <c:pt idx="84">
                        <c:v> 12:00</c:v>
                      </c:pt>
                      <c:pt idx="85">
                        <c:v> 13:00</c:v>
                      </c:pt>
                      <c:pt idx="86">
                        <c:v> 14:00</c:v>
                      </c:pt>
                      <c:pt idx="87">
                        <c:v> 15:00</c:v>
                      </c:pt>
                      <c:pt idx="88">
                        <c:v> 16:00</c:v>
                      </c:pt>
                      <c:pt idx="89">
                        <c:v> 17:00</c:v>
                      </c:pt>
                      <c:pt idx="90">
                        <c:v> 18:00</c:v>
                      </c:pt>
                      <c:pt idx="91">
                        <c:v> 19:00</c:v>
                      </c:pt>
                      <c:pt idx="92">
                        <c:v> 20:00</c:v>
                      </c:pt>
                      <c:pt idx="93">
                        <c:v> 21:00</c:v>
                      </c:pt>
                      <c:pt idx="94">
                        <c:v> 22:00</c:v>
                      </c:pt>
                      <c:pt idx="95">
                        <c:v> 23:00</c:v>
                      </c:pt>
                      <c:pt idx="96">
                        <c:v>Friday - 00:00</c:v>
                      </c:pt>
                      <c:pt idx="97">
                        <c:v> 01:00</c:v>
                      </c:pt>
                      <c:pt idx="98">
                        <c:v> 02:00</c:v>
                      </c:pt>
                      <c:pt idx="99">
                        <c:v> 03:00</c:v>
                      </c:pt>
                      <c:pt idx="100">
                        <c:v> 04:00</c:v>
                      </c:pt>
                      <c:pt idx="101">
                        <c:v> 05:00</c:v>
                      </c:pt>
                      <c:pt idx="102">
                        <c:v> 06:00</c:v>
                      </c:pt>
                      <c:pt idx="103">
                        <c:v> 07:00</c:v>
                      </c:pt>
                      <c:pt idx="104">
                        <c:v> 08:00</c:v>
                      </c:pt>
                      <c:pt idx="105">
                        <c:v> 09:00</c:v>
                      </c:pt>
                      <c:pt idx="106">
                        <c:v> 10:00</c:v>
                      </c:pt>
                      <c:pt idx="107">
                        <c:v> 11:00</c:v>
                      </c:pt>
                      <c:pt idx="108">
                        <c:v> 12:00</c:v>
                      </c:pt>
                      <c:pt idx="109">
                        <c:v> 13:00</c:v>
                      </c:pt>
                      <c:pt idx="110">
                        <c:v> 14:00</c:v>
                      </c:pt>
                      <c:pt idx="111">
                        <c:v> 15:00</c:v>
                      </c:pt>
                      <c:pt idx="112">
                        <c:v> 16:00</c:v>
                      </c:pt>
                      <c:pt idx="113">
                        <c:v> 17:00</c:v>
                      </c:pt>
                      <c:pt idx="114">
                        <c:v> 18:00</c:v>
                      </c:pt>
                      <c:pt idx="115">
                        <c:v> 19:00</c:v>
                      </c:pt>
                      <c:pt idx="116">
                        <c:v> 20:00</c:v>
                      </c:pt>
                      <c:pt idx="117">
                        <c:v> 21:00</c:v>
                      </c:pt>
                      <c:pt idx="118">
                        <c:v> 22:00</c:v>
                      </c:pt>
                      <c:pt idx="119">
                        <c:v> 23:00</c:v>
                      </c:pt>
                      <c:pt idx="120">
                        <c:v>Saturday - 00:00</c:v>
                      </c:pt>
                      <c:pt idx="121">
                        <c:v> 01:00</c:v>
                      </c:pt>
                      <c:pt idx="122">
                        <c:v> 02:00</c:v>
                      </c:pt>
                      <c:pt idx="123">
                        <c:v> 03:00</c:v>
                      </c:pt>
                      <c:pt idx="124">
                        <c:v> 04:00</c:v>
                      </c:pt>
                      <c:pt idx="125">
                        <c:v> 05:00</c:v>
                      </c:pt>
                      <c:pt idx="126">
                        <c:v> 06:00</c:v>
                      </c:pt>
                      <c:pt idx="127">
                        <c:v> 07:00</c:v>
                      </c:pt>
                      <c:pt idx="128">
                        <c:v> 08:00</c:v>
                      </c:pt>
                      <c:pt idx="129">
                        <c:v> 09:00</c:v>
                      </c:pt>
                      <c:pt idx="130">
                        <c:v> 10:00</c:v>
                      </c:pt>
                      <c:pt idx="131">
                        <c:v> 11:00</c:v>
                      </c:pt>
                      <c:pt idx="132">
                        <c:v> 12:00</c:v>
                      </c:pt>
                      <c:pt idx="133">
                        <c:v> 13:00</c:v>
                      </c:pt>
                      <c:pt idx="134">
                        <c:v> 14:00</c:v>
                      </c:pt>
                      <c:pt idx="135">
                        <c:v> 15:00</c:v>
                      </c:pt>
                      <c:pt idx="136">
                        <c:v> 16:00</c:v>
                      </c:pt>
                      <c:pt idx="137">
                        <c:v> 17:00</c:v>
                      </c:pt>
                      <c:pt idx="138">
                        <c:v> 18:00</c:v>
                      </c:pt>
                      <c:pt idx="139">
                        <c:v> 19:00</c:v>
                      </c:pt>
                      <c:pt idx="140">
                        <c:v> 20:00</c:v>
                      </c:pt>
                      <c:pt idx="141">
                        <c:v> 21:00</c:v>
                      </c:pt>
                      <c:pt idx="142">
                        <c:v> 22:00</c:v>
                      </c:pt>
                      <c:pt idx="143">
                        <c:v> 23:00</c:v>
                      </c:pt>
                      <c:pt idx="144">
                        <c:v>Sunday - 00:00</c:v>
                      </c:pt>
                      <c:pt idx="145">
                        <c:v> 01:00</c:v>
                      </c:pt>
                      <c:pt idx="146">
                        <c:v> 02:00</c:v>
                      </c:pt>
                      <c:pt idx="147">
                        <c:v> 03:00</c:v>
                      </c:pt>
                      <c:pt idx="148">
                        <c:v> 04:00</c:v>
                      </c:pt>
                      <c:pt idx="149">
                        <c:v> 05:00</c:v>
                      </c:pt>
                      <c:pt idx="150">
                        <c:v> 06:00</c:v>
                      </c:pt>
                      <c:pt idx="151">
                        <c:v> 07:00</c:v>
                      </c:pt>
                      <c:pt idx="152">
                        <c:v> 08:00</c:v>
                      </c:pt>
                      <c:pt idx="153">
                        <c:v> 09:00</c:v>
                      </c:pt>
                      <c:pt idx="154">
                        <c:v> 10:00</c:v>
                      </c:pt>
                      <c:pt idx="155">
                        <c:v> 11:00</c:v>
                      </c:pt>
                      <c:pt idx="156">
                        <c:v> 12:00</c:v>
                      </c:pt>
                      <c:pt idx="157">
                        <c:v> 13:00</c:v>
                      </c:pt>
                      <c:pt idx="158">
                        <c:v> 14:00</c:v>
                      </c:pt>
                      <c:pt idx="159">
                        <c:v> 15:00</c:v>
                      </c:pt>
                      <c:pt idx="160">
                        <c:v> 16:00</c:v>
                      </c:pt>
                      <c:pt idx="161">
                        <c:v> 17:00</c:v>
                      </c:pt>
                      <c:pt idx="162">
                        <c:v> 18:00</c:v>
                      </c:pt>
                      <c:pt idx="163">
                        <c:v> 19:00</c:v>
                      </c:pt>
                      <c:pt idx="164">
                        <c:v> 20:00</c:v>
                      </c:pt>
                      <c:pt idx="165">
                        <c:v> 21:00</c:v>
                      </c:pt>
                      <c:pt idx="166">
                        <c:v> 22:00</c:v>
                      </c:pt>
                      <c:pt idx="167">
                        <c:v> 23:00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durations'!$D$2:$D$169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4010</c:v>
                      </c:pt>
                      <c:pt idx="1">
                        <c:v>2394</c:v>
                      </c:pt>
                      <c:pt idx="2">
                        <c:v>1600</c:v>
                      </c:pt>
                      <c:pt idx="3">
                        <c:v>919</c:v>
                      </c:pt>
                      <c:pt idx="4">
                        <c:v>904</c:v>
                      </c:pt>
                      <c:pt idx="5">
                        <c:v>1698</c:v>
                      </c:pt>
                      <c:pt idx="6">
                        <c:v>4018</c:v>
                      </c:pt>
                      <c:pt idx="7">
                        <c:v>7075</c:v>
                      </c:pt>
                      <c:pt idx="8">
                        <c:v>9637</c:v>
                      </c:pt>
                      <c:pt idx="9">
                        <c:v>8191</c:v>
                      </c:pt>
                      <c:pt idx="10">
                        <c:v>9155</c:v>
                      </c:pt>
                      <c:pt idx="11">
                        <c:v>11875</c:v>
                      </c:pt>
                      <c:pt idx="12">
                        <c:v>14492</c:v>
                      </c:pt>
                      <c:pt idx="13">
                        <c:v>15604</c:v>
                      </c:pt>
                      <c:pt idx="14">
                        <c:v>16450</c:v>
                      </c:pt>
                      <c:pt idx="15">
                        <c:v>18716</c:v>
                      </c:pt>
                      <c:pt idx="16">
                        <c:v>22771</c:v>
                      </c:pt>
                      <c:pt idx="17">
                        <c:v>26374</c:v>
                      </c:pt>
                      <c:pt idx="18">
                        <c:v>21567</c:v>
                      </c:pt>
                      <c:pt idx="19">
                        <c:v>15887</c:v>
                      </c:pt>
                      <c:pt idx="20">
                        <c:v>11522</c:v>
                      </c:pt>
                      <c:pt idx="21">
                        <c:v>8939</c:v>
                      </c:pt>
                      <c:pt idx="22">
                        <c:v>7163</c:v>
                      </c:pt>
                      <c:pt idx="23">
                        <c:v>4324</c:v>
                      </c:pt>
                      <c:pt idx="24">
                        <c:v>3217</c:v>
                      </c:pt>
                      <c:pt idx="25">
                        <c:v>1706</c:v>
                      </c:pt>
                      <c:pt idx="26">
                        <c:v>1137</c:v>
                      </c:pt>
                      <c:pt idx="27">
                        <c:v>610</c:v>
                      </c:pt>
                      <c:pt idx="28">
                        <c:v>757</c:v>
                      </c:pt>
                      <c:pt idx="29">
                        <c:v>1859</c:v>
                      </c:pt>
                      <c:pt idx="30">
                        <c:v>4745</c:v>
                      </c:pt>
                      <c:pt idx="31">
                        <c:v>8919</c:v>
                      </c:pt>
                      <c:pt idx="32">
                        <c:v>12330</c:v>
                      </c:pt>
                      <c:pt idx="33">
                        <c:v>8719</c:v>
                      </c:pt>
                      <c:pt idx="34">
                        <c:v>7941</c:v>
                      </c:pt>
                      <c:pt idx="35">
                        <c:v>9840</c:v>
                      </c:pt>
                      <c:pt idx="36">
                        <c:v>11990</c:v>
                      </c:pt>
                      <c:pt idx="37">
                        <c:v>12553</c:v>
                      </c:pt>
                      <c:pt idx="38">
                        <c:v>13298</c:v>
                      </c:pt>
                      <c:pt idx="39">
                        <c:v>15742</c:v>
                      </c:pt>
                      <c:pt idx="40">
                        <c:v>21778</c:v>
                      </c:pt>
                      <c:pt idx="41">
                        <c:v>27683</c:v>
                      </c:pt>
                      <c:pt idx="42">
                        <c:v>24343</c:v>
                      </c:pt>
                      <c:pt idx="43">
                        <c:v>17898</c:v>
                      </c:pt>
                      <c:pt idx="44">
                        <c:v>13270</c:v>
                      </c:pt>
                      <c:pt idx="45">
                        <c:v>12101</c:v>
                      </c:pt>
                      <c:pt idx="46">
                        <c:v>7919</c:v>
                      </c:pt>
                      <c:pt idx="47">
                        <c:v>4140</c:v>
                      </c:pt>
                      <c:pt idx="48">
                        <c:v>2978</c:v>
                      </c:pt>
                      <c:pt idx="49">
                        <c:v>1617</c:v>
                      </c:pt>
                      <c:pt idx="50">
                        <c:v>1064</c:v>
                      </c:pt>
                      <c:pt idx="51">
                        <c:v>643</c:v>
                      </c:pt>
                      <c:pt idx="52">
                        <c:v>818</c:v>
                      </c:pt>
                      <c:pt idx="53">
                        <c:v>2042</c:v>
                      </c:pt>
                      <c:pt idx="54">
                        <c:v>4775</c:v>
                      </c:pt>
                      <c:pt idx="55">
                        <c:v>9320</c:v>
                      </c:pt>
                      <c:pt idx="56">
                        <c:v>12704</c:v>
                      </c:pt>
                      <c:pt idx="57">
                        <c:v>8034</c:v>
                      </c:pt>
                      <c:pt idx="58">
                        <c:v>7303</c:v>
                      </c:pt>
                      <c:pt idx="59">
                        <c:v>9104</c:v>
                      </c:pt>
                      <c:pt idx="60">
                        <c:v>10871</c:v>
                      </c:pt>
                      <c:pt idx="61">
                        <c:v>10748</c:v>
                      </c:pt>
                      <c:pt idx="62">
                        <c:v>11729</c:v>
                      </c:pt>
                      <c:pt idx="63">
                        <c:v>14678</c:v>
                      </c:pt>
                      <c:pt idx="64">
                        <c:v>20429</c:v>
                      </c:pt>
                      <c:pt idx="65">
                        <c:v>27263</c:v>
                      </c:pt>
                      <c:pt idx="66">
                        <c:v>23603</c:v>
                      </c:pt>
                      <c:pt idx="67">
                        <c:v>17896</c:v>
                      </c:pt>
                      <c:pt idx="68">
                        <c:v>13061</c:v>
                      </c:pt>
                      <c:pt idx="69">
                        <c:v>11408</c:v>
                      </c:pt>
                      <c:pt idx="70">
                        <c:v>8175</c:v>
                      </c:pt>
                      <c:pt idx="71">
                        <c:v>4774</c:v>
                      </c:pt>
                      <c:pt idx="72">
                        <c:v>3281</c:v>
                      </c:pt>
                      <c:pt idx="73">
                        <c:v>1981</c:v>
                      </c:pt>
                      <c:pt idx="74">
                        <c:v>1199</c:v>
                      </c:pt>
                      <c:pt idx="75">
                        <c:v>739</c:v>
                      </c:pt>
                      <c:pt idx="76">
                        <c:v>846</c:v>
                      </c:pt>
                      <c:pt idx="77">
                        <c:v>1823</c:v>
                      </c:pt>
                      <c:pt idx="78">
                        <c:v>4535</c:v>
                      </c:pt>
                      <c:pt idx="79">
                        <c:v>9340</c:v>
                      </c:pt>
                      <c:pt idx="80">
                        <c:v>12601</c:v>
                      </c:pt>
                      <c:pt idx="81">
                        <c:v>9288</c:v>
                      </c:pt>
                      <c:pt idx="82">
                        <c:v>8674</c:v>
                      </c:pt>
                      <c:pt idx="83">
                        <c:v>11027</c:v>
                      </c:pt>
                      <c:pt idx="84">
                        <c:v>13491</c:v>
                      </c:pt>
                      <c:pt idx="85">
                        <c:v>13934</c:v>
                      </c:pt>
                      <c:pt idx="86">
                        <c:v>14887</c:v>
                      </c:pt>
                      <c:pt idx="87">
                        <c:v>17662</c:v>
                      </c:pt>
                      <c:pt idx="88">
                        <c:v>23623</c:v>
                      </c:pt>
                      <c:pt idx="89">
                        <c:v>29651</c:v>
                      </c:pt>
                      <c:pt idx="90">
                        <c:v>25662</c:v>
                      </c:pt>
                      <c:pt idx="91">
                        <c:v>18938</c:v>
                      </c:pt>
                      <c:pt idx="92">
                        <c:v>13236</c:v>
                      </c:pt>
                      <c:pt idx="93">
                        <c:v>10838</c:v>
                      </c:pt>
                      <c:pt idx="94">
                        <c:v>9516</c:v>
                      </c:pt>
                      <c:pt idx="95">
                        <c:v>7258</c:v>
                      </c:pt>
                      <c:pt idx="96">
                        <c:v>5633</c:v>
                      </c:pt>
                      <c:pt idx="97">
                        <c:v>3496</c:v>
                      </c:pt>
                      <c:pt idx="98">
                        <c:v>2022</c:v>
                      </c:pt>
                      <c:pt idx="99">
                        <c:v>1080</c:v>
                      </c:pt>
                      <c:pt idx="100">
                        <c:v>1125</c:v>
                      </c:pt>
                      <c:pt idx="101">
                        <c:v>2022</c:v>
                      </c:pt>
                      <c:pt idx="102">
                        <c:v>4485</c:v>
                      </c:pt>
                      <c:pt idx="103">
                        <c:v>7726</c:v>
                      </c:pt>
                      <c:pt idx="104">
                        <c:v>9972</c:v>
                      </c:pt>
                      <c:pt idx="105">
                        <c:v>9680</c:v>
                      </c:pt>
                      <c:pt idx="106">
                        <c:v>11433</c:v>
                      </c:pt>
                      <c:pt idx="107">
                        <c:v>15861</c:v>
                      </c:pt>
                      <c:pt idx="108">
                        <c:v>19808</c:v>
                      </c:pt>
                      <c:pt idx="109">
                        <c:v>21133</c:v>
                      </c:pt>
                      <c:pt idx="110">
                        <c:v>21735</c:v>
                      </c:pt>
                      <c:pt idx="111">
                        <c:v>25537</c:v>
                      </c:pt>
                      <c:pt idx="112">
                        <c:v>30756</c:v>
                      </c:pt>
                      <c:pt idx="113">
                        <c:v>32712</c:v>
                      </c:pt>
                      <c:pt idx="114">
                        <c:v>28667</c:v>
                      </c:pt>
                      <c:pt idx="115">
                        <c:v>21916</c:v>
                      </c:pt>
                      <c:pt idx="116">
                        <c:v>15585</c:v>
                      </c:pt>
                      <c:pt idx="117">
                        <c:v>13128</c:v>
                      </c:pt>
                      <c:pt idx="118">
                        <c:v>13138</c:v>
                      </c:pt>
                      <c:pt idx="119">
                        <c:v>12065</c:v>
                      </c:pt>
                      <c:pt idx="120">
                        <c:v>11752</c:v>
                      </c:pt>
                      <c:pt idx="121">
                        <c:v>8431</c:v>
                      </c:pt>
                      <c:pt idx="122">
                        <c:v>5449</c:v>
                      </c:pt>
                      <c:pt idx="123">
                        <c:v>2886</c:v>
                      </c:pt>
                      <c:pt idx="124">
                        <c:v>1641</c:v>
                      </c:pt>
                      <c:pt idx="125">
                        <c:v>1425</c:v>
                      </c:pt>
                      <c:pt idx="126">
                        <c:v>2690</c:v>
                      </c:pt>
                      <c:pt idx="127">
                        <c:v>4873</c:v>
                      </c:pt>
                      <c:pt idx="128">
                        <c:v>9510</c:v>
                      </c:pt>
                      <c:pt idx="129">
                        <c:v>15868</c:v>
                      </c:pt>
                      <c:pt idx="130">
                        <c:v>24038</c:v>
                      </c:pt>
                      <c:pt idx="131">
                        <c:v>30426</c:v>
                      </c:pt>
                      <c:pt idx="132">
                        <c:v>35375</c:v>
                      </c:pt>
                      <c:pt idx="133">
                        <c:v>35853</c:v>
                      </c:pt>
                      <c:pt idx="134">
                        <c:v>37306</c:v>
                      </c:pt>
                      <c:pt idx="135">
                        <c:v>38380</c:v>
                      </c:pt>
                      <c:pt idx="136">
                        <c:v>37200</c:v>
                      </c:pt>
                      <c:pt idx="137">
                        <c:v>32953</c:v>
                      </c:pt>
                      <c:pt idx="138">
                        <c:v>28085</c:v>
                      </c:pt>
                      <c:pt idx="139">
                        <c:v>21940</c:v>
                      </c:pt>
                      <c:pt idx="140">
                        <c:v>16136</c:v>
                      </c:pt>
                      <c:pt idx="141">
                        <c:v>15096</c:v>
                      </c:pt>
                      <c:pt idx="142">
                        <c:v>15744</c:v>
                      </c:pt>
                      <c:pt idx="143">
                        <c:v>12304</c:v>
                      </c:pt>
                      <c:pt idx="144">
                        <c:v>12236</c:v>
                      </c:pt>
                      <c:pt idx="145">
                        <c:v>8482</c:v>
                      </c:pt>
                      <c:pt idx="146">
                        <c:v>5776</c:v>
                      </c:pt>
                      <c:pt idx="147">
                        <c:v>3296</c:v>
                      </c:pt>
                      <c:pt idx="148">
                        <c:v>2119</c:v>
                      </c:pt>
                      <c:pt idx="149">
                        <c:v>1993</c:v>
                      </c:pt>
                      <c:pt idx="150">
                        <c:v>3069</c:v>
                      </c:pt>
                      <c:pt idx="151">
                        <c:v>4801</c:v>
                      </c:pt>
                      <c:pt idx="152">
                        <c:v>7967</c:v>
                      </c:pt>
                      <c:pt idx="153">
                        <c:v>13307</c:v>
                      </c:pt>
                      <c:pt idx="154">
                        <c:v>19589</c:v>
                      </c:pt>
                      <c:pt idx="155">
                        <c:v>24544</c:v>
                      </c:pt>
                      <c:pt idx="156">
                        <c:v>27884</c:v>
                      </c:pt>
                      <c:pt idx="157">
                        <c:v>28864</c:v>
                      </c:pt>
                      <c:pt idx="158">
                        <c:v>29929</c:v>
                      </c:pt>
                      <c:pt idx="159">
                        <c:v>30988</c:v>
                      </c:pt>
                      <c:pt idx="160">
                        <c:v>29496</c:v>
                      </c:pt>
                      <c:pt idx="161">
                        <c:v>24540</c:v>
                      </c:pt>
                      <c:pt idx="162">
                        <c:v>20906</c:v>
                      </c:pt>
                      <c:pt idx="163">
                        <c:v>15295</c:v>
                      </c:pt>
                      <c:pt idx="164">
                        <c:v>11148</c:v>
                      </c:pt>
                      <c:pt idx="165">
                        <c:v>8673</c:v>
                      </c:pt>
                      <c:pt idx="166">
                        <c:v>7417</c:v>
                      </c:pt>
                      <c:pt idx="167">
                        <c:v>4826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22C-4881-AFCB-9BA830AC6D3E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durations'!$E$1</c15:sqref>
                        </c15:formulaRef>
                      </c:ext>
                    </c:extLst>
                    <c:strCache>
                      <c:ptCount val="1"/>
                      <c:pt idx="0">
                        <c:v>Annual member trips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durations'!$A$2:$A$169</c15:sqref>
                        </c15:formulaRef>
                      </c:ext>
                    </c:extLst>
                    <c:strCache>
                      <c:ptCount val="168"/>
                      <c:pt idx="0">
                        <c:v>Monday - 00:00</c:v>
                      </c:pt>
                      <c:pt idx="1">
                        <c:v> 01:00</c:v>
                      </c:pt>
                      <c:pt idx="2">
                        <c:v> 02:00</c:v>
                      </c:pt>
                      <c:pt idx="3">
                        <c:v> 03:00</c:v>
                      </c:pt>
                      <c:pt idx="4">
                        <c:v> 04:00</c:v>
                      </c:pt>
                      <c:pt idx="5">
                        <c:v> 05:00</c:v>
                      </c:pt>
                      <c:pt idx="6">
                        <c:v> 06:00</c:v>
                      </c:pt>
                      <c:pt idx="7">
                        <c:v> 07:00</c:v>
                      </c:pt>
                      <c:pt idx="8">
                        <c:v> 08:00</c:v>
                      </c:pt>
                      <c:pt idx="9">
                        <c:v> 09:00</c:v>
                      </c:pt>
                      <c:pt idx="10">
                        <c:v> 10:00</c:v>
                      </c:pt>
                      <c:pt idx="11">
                        <c:v> 11:00</c:v>
                      </c:pt>
                      <c:pt idx="12">
                        <c:v> 12:00</c:v>
                      </c:pt>
                      <c:pt idx="13">
                        <c:v> 13:00</c:v>
                      </c:pt>
                      <c:pt idx="14">
                        <c:v> 14:00</c:v>
                      </c:pt>
                      <c:pt idx="15">
                        <c:v> 15:00</c:v>
                      </c:pt>
                      <c:pt idx="16">
                        <c:v> 16:00</c:v>
                      </c:pt>
                      <c:pt idx="17">
                        <c:v> 17:00</c:v>
                      </c:pt>
                      <c:pt idx="18">
                        <c:v> 18:00</c:v>
                      </c:pt>
                      <c:pt idx="19">
                        <c:v> 19:00</c:v>
                      </c:pt>
                      <c:pt idx="20">
                        <c:v> 20:00</c:v>
                      </c:pt>
                      <c:pt idx="21">
                        <c:v> 21:00</c:v>
                      </c:pt>
                      <c:pt idx="22">
                        <c:v> 22:00</c:v>
                      </c:pt>
                      <c:pt idx="23">
                        <c:v> 23:00</c:v>
                      </c:pt>
                      <c:pt idx="24">
                        <c:v>Tuesday - 00:00</c:v>
                      </c:pt>
                      <c:pt idx="25">
                        <c:v> 01:00</c:v>
                      </c:pt>
                      <c:pt idx="26">
                        <c:v> 02:00</c:v>
                      </c:pt>
                      <c:pt idx="27">
                        <c:v> 03:00</c:v>
                      </c:pt>
                      <c:pt idx="28">
                        <c:v> 04:00</c:v>
                      </c:pt>
                      <c:pt idx="29">
                        <c:v> 05:00</c:v>
                      </c:pt>
                      <c:pt idx="30">
                        <c:v> 06:00</c:v>
                      </c:pt>
                      <c:pt idx="31">
                        <c:v> 07:00</c:v>
                      </c:pt>
                      <c:pt idx="32">
                        <c:v> 08:00</c:v>
                      </c:pt>
                      <c:pt idx="33">
                        <c:v> 09:00</c:v>
                      </c:pt>
                      <c:pt idx="34">
                        <c:v> 10:00</c:v>
                      </c:pt>
                      <c:pt idx="35">
                        <c:v> 11:00</c:v>
                      </c:pt>
                      <c:pt idx="36">
                        <c:v> 12:00</c:v>
                      </c:pt>
                      <c:pt idx="37">
                        <c:v> 13:00</c:v>
                      </c:pt>
                      <c:pt idx="38">
                        <c:v> 14:00</c:v>
                      </c:pt>
                      <c:pt idx="39">
                        <c:v> 15:00</c:v>
                      </c:pt>
                      <c:pt idx="40">
                        <c:v> 16:00</c:v>
                      </c:pt>
                      <c:pt idx="41">
                        <c:v> 17:00</c:v>
                      </c:pt>
                      <c:pt idx="42">
                        <c:v> 18:00</c:v>
                      </c:pt>
                      <c:pt idx="43">
                        <c:v> 19:00</c:v>
                      </c:pt>
                      <c:pt idx="44">
                        <c:v> 20:00</c:v>
                      </c:pt>
                      <c:pt idx="45">
                        <c:v> 21:00</c:v>
                      </c:pt>
                      <c:pt idx="46">
                        <c:v> 22:00</c:v>
                      </c:pt>
                      <c:pt idx="47">
                        <c:v> 23:00</c:v>
                      </c:pt>
                      <c:pt idx="48">
                        <c:v>Wednesday - 00:00</c:v>
                      </c:pt>
                      <c:pt idx="49">
                        <c:v> 01:00</c:v>
                      </c:pt>
                      <c:pt idx="50">
                        <c:v> 02:00</c:v>
                      </c:pt>
                      <c:pt idx="51">
                        <c:v> 03:00</c:v>
                      </c:pt>
                      <c:pt idx="52">
                        <c:v> 04:00</c:v>
                      </c:pt>
                      <c:pt idx="53">
                        <c:v> 05:00</c:v>
                      </c:pt>
                      <c:pt idx="54">
                        <c:v> 06:00</c:v>
                      </c:pt>
                      <c:pt idx="55">
                        <c:v> 07:00</c:v>
                      </c:pt>
                      <c:pt idx="56">
                        <c:v> 08:00</c:v>
                      </c:pt>
                      <c:pt idx="57">
                        <c:v> 09:00</c:v>
                      </c:pt>
                      <c:pt idx="58">
                        <c:v> 10:00</c:v>
                      </c:pt>
                      <c:pt idx="59">
                        <c:v> 11:00</c:v>
                      </c:pt>
                      <c:pt idx="60">
                        <c:v> 12:00</c:v>
                      </c:pt>
                      <c:pt idx="61">
                        <c:v> 13:00</c:v>
                      </c:pt>
                      <c:pt idx="62">
                        <c:v> 14:00</c:v>
                      </c:pt>
                      <c:pt idx="63">
                        <c:v> 15:00</c:v>
                      </c:pt>
                      <c:pt idx="64">
                        <c:v> 16:00</c:v>
                      </c:pt>
                      <c:pt idx="65">
                        <c:v> 17:00</c:v>
                      </c:pt>
                      <c:pt idx="66">
                        <c:v> 18:00</c:v>
                      </c:pt>
                      <c:pt idx="67">
                        <c:v> 19:00</c:v>
                      </c:pt>
                      <c:pt idx="68">
                        <c:v> 20:00</c:v>
                      </c:pt>
                      <c:pt idx="69">
                        <c:v> 21:00</c:v>
                      </c:pt>
                      <c:pt idx="70">
                        <c:v> 22:00</c:v>
                      </c:pt>
                      <c:pt idx="71">
                        <c:v> 23:00</c:v>
                      </c:pt>
                      <c:pt idx="72">
                        <c:v>Thursday - 00:00</c:v>
                      </c:pt>
                      <c:pt idx="73">
                        <c:v> 01:00</c:v>
                      </c:pt>
                      <c:pt idx="74">
                        <c:v> 02:00</c:v>
                      </c:pt>
                      <c:pt idx="75">
                        <c:v> 03:00</c:v>
                      </c:pt>
                      <c:pt idx="76">
                        <c:v> 04:00</c:v>
                      </c:pt>
                      <c:pt idx="77">
                        <c:v> 05:00</c:v>
                      </c:pt>
                      <c:pt idx="78">
                        <c:v> 06:00</c:v>
                      </c:pt>
                      <c:pt idx="79">
                        <c:v> 07:00</c:v>
                      </c:pt>
                      <c:pt idx="80">
                        <c:v> 08:00</c:v>
                      </c:pt>
                      <c:pt idx="81">
                        <c:v> 09:00</c:v>
                      </c:pt>
                      <c:pt idx="82">
                        <c:v> 10:00</c:v>
                      </c:pt>
                      <c:pt idx="83">
                        <c:v> 11:00</c:v>
                      </c:pt>
                      <c:pt idx="84">
                        <c:v> 12:00</c:v>
                      </c:pt>
                      <c:pt idx="85">
                        <c:v> 13:00</c:v>
                      </c:pt>
                      <c:pt idx="86">
                        <c:v> 14:00</c:v>
                      </c:pt>
                      <c:pt idx="87">
                        <c:v> 15:00</c:v>
                      </c:pt>
                      <c:pt idx="88">
                        <c:v> 16:00</c:v>
                      </c:pt>
                      <c:pt idx="89">
                        <c:v> 17:00</c:v>
                      </c:pt>
                      <c:pt idx="90">
                        <c:v> 18:00</c:v>
                      </c:pt>
                      <c:pt idx="91">
                        <c:v> 19:00</c:v>
                      </c:pt>
                      <c:pt idx="92">
                        <c:v> 20:00</c:v>
                      </c:pt>
                      <c:pt idx="93">
                        <c:v> 21:00</c:v>
                      </c:pt>
                      <c:pt idx="94">
                        <c:v> 22:00</c:v>
                      </c:pt>
                      <c:pt idx="95">
                        <c:v> 23:00</c:v>
                      </c:pt>
                      <c:pt idx="96">
                        <c:v>Friday - 00:00</c:v>
                      </c:pt>
                      <c:pt idx="97">
                        <c:v> 01:00</c:v>
                      </c:pt>
                      <c:pt idx="98">
                        <c:v> 02:00</c:v>
                      </c:pt>
                      <c:pt idx="99">
                        <c:v> 03:00</c:v>
                      </c:pt>
                      <c:pt idx="100">
                        <c:v> 04:00</c:v>
                      </c:pt>
                      <c:pt idx="101">
                        <c:v> 05:00</c:v>
                      </c:pt>
                      <c:pt idx="102">
                        <c:v> 06:00</c:v>
                      </c:pt>
                      <c:pt idx="103">
                        <c:v> 07:00</c:v>
                      </c:pt>
                      <c:pt idx="104">
                        <c:v> 08:00</c:v>
                      </c:pt>
                      <c:pt idx="105">
                        <c:v> 09:00</c:v>
                      </c:pt>
                      <c:pt idx="106">
                        <c:v> 10:00</c:v>
                      </c:pt>
                      <c:pt idx="107">
                        <c:v> 11:00</c:v>
                      </c:pt>
                      <c:pt idx="108">
                        <c:v> 12:00</c:v>
                      </c:pt>
                      <c:pt idx="109">
                        <c:v> 13:00</c:v>
                      </c:pt>
                      <c:pt idx="110">
                        <c:v> 14:00</c:v>
                      </c:pt>
                      <c:pt idx="111">
                        <c:v> 15:00</c:v>
                      </c:pt>
                      <c:pt idx="112">
                        <c:v> 16:00</c:v>
                      </c:pt>
                      <c:pt idx="113">
                        <c:v> 17:00</c:v>
                      </c:pt>
                      <c:pt idx="114">
                        <c:v> 18:00</c:v>
                      </c:pt>
                      <c:pt idx="115">
                        <c:v> 19:00</c:v>
                      </c:pt>
                      <c:pt idx="116">
                        <c:v> 20:00</c:v>
                      </c:pt>
                      <c:pt idx="117">
                        <c:v> 21:00</c:v>
                      </c:pt>
                      <c:pt idx="118">
                        <c:v> 22:00</c:v>
                      </c:pt>
                      <c:pt idx="119">
                        <c:v> 23:00</c:v>
                      </c:pt>
                      <c:pt idx="120">
                        <c:v>Saturday - 00:00</c:v>
                      </c:pt>
                      <c:pt idx="121">
                        <c:v> 01:00</c:v>
                      </c:pt>
                      <c:pt idx="122">
                        <c:v> 02:00</c:v>
                      </c:pt>
                      <c:pt idx="123">
                        <c:v> 03:00</c:v>
                      </c:pt>
                      <c:pt idx="124">
                        <c:v> 04:00</c:v>
                      </c:pt>
                      <c:pt idx="125">
                        <c:v> 05:00</c:v>
                      </c:pt>
                      <c:pt idx="126">
                        <c:v> 06:00</c:v>
                      </c:pt>
                      <c:pt idx="127">
                        <c:v> 07:00</c:v>
                      </c:pt>
                      <c:pt idx="128">
                        <c:v> 08:00</c:v>
                      </c:pt>
                      <c:pt idx="129">
                        <c:v> 09:00</c:v>
                      </c:pt>
                      <c:pt idx="130">
                        <c:v> 10:00</c:v>
                      </c:pt>
                      <c:pt idx="131">
                        <c:v> 11:00</c:v>
                      </c:pt>
                      <c:pt idx="132">
                        <c:v> 12:00</c:v>
                      </c:pt>
                      <c:pt idx="133">
                        <c:v> 13:00</c:v>
                      </c:pt>
                      <c:pt idx="134">
                        <c:v> 14:00</c:v>
                      </c:pt>
                      <c:pt idx="135">
                        <c:v> 15:00</c:v>
                      </c:pt>
                      <c:pt idx="136">
                        <c:v> 16:00</c:v>
                      </c:pt>
                      <c:pt idx="137">
                        <c:v> 17:00</c:v>
                      </c:pt>
                      <c:pt idx="138">
                        <c:v> 18:00</c:v>
                      </c:pt>
                      <c:pt idx="139">
                        <c:v> 19:00</c:v>
                      </c:pt>
                      <c:pt idx="140">
                        <c:v> 20:00</c:v>
                      </c:pt>
                      <c:pt idx="141">
                        <c:v> 21:00</c:v>
                      </c:pt>
                      <c:pt idx="142">
                        <c:v> 22:00</c:v>
                      </c:pt>
                      <c:pt idx="143">
                        <c:v> 23:00</c:v>
                      </c:pt>
                      <c:pt idx="144">
                        <c:v>Sunday - 00:00</c:v>
                      </c:pt>
                      <c:pt idx="145">
                        <c:v> 01:00</c:v>
                      </c:pt>
                      <c:pt idx="146">
                        <c:v> 02:00</c:v>
                      </c:pt>
                      <c:pt idx="147">
                        <c:v> 03:00</c:v>
                      </c:pt>
                      <c:pt idx="148">
                        <c:v> 04:00</c:v>
                      </c:pt>
                      <c:pt idx="149">
                        <c:v> 05:00</c:v>
                      </c:pt>
                      <c:pt idx="150">
                        <c:v> 06:00</c:v>
                      </c:pt>
                      <c:pt idx="151">
                        <c:v> 07:00</c:v>
                      </c:pt>
                      <c:pt idx="152">
                        <c:v> 08:00</c:v>
                      </c:pt>
                      <c:pt idx="153">
                        <c:v> 09:00</c:v>
                      </c:pt>
                      <c:pt idx="154">
                        <c:v> 10:00</c:v>
                      </c:pt>
                      <c:pt idx="155">
                        <c:v> 11:00</c:v>
                      </c:pt>
                      <c:pt idx="156">
                        <c:v> 12:00</c:v>
                      </c:pt>
                      <c:pt idx="157">
                        <c:v> 13:00</c:v>
                      </c:pt>
                      <c:pt idx="158">
                        <c:v> 14:00</c:v>
                      </c:pt>
                      <c:pt idx="159">
                        <c:v> 15:00</c:v>
                      </c:pt>
                      <c:pt idx="160">
                        <c:v> 16:00</c:v>
                      </c:pt>
                      <c:pt idx="161">
                        <c:v> 17:00</c:v>
                      </c:pt>
                      <c:pt idx="162">
                        <c:v> 18:00</c:v>
                      </c:pt>
                      <c:pt idx="163">
                        <c:v> 19:00</c:v>
                      </c:pt>
                      <c:pt idx="164">
                        <c:v> 20:00</c:v>
                      </c:pt>
                      <c:pt idx="165">
                        <c:v> 21:00</c:v>
                      </c:pt>
                      <c:pt idx="166">
                        <c:v> 22:00</c:v>
                      </c:pt>
                      <c:pt idx="167">
                        <c:v> 23:00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'6 Hourly trips and durations'!$E$2:$E$169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2708</c:v>
                      </c:pt>
                      <c:pt idx="1">
                        <c:v>1601</c:v>
                      </c:pt>
                      <c:pt idx="2">
                        <c:v>995</c:v>
                      </c:pt>
                      <c:pt idx="3">
                        <c:v>764</c:v>
                      </c:pt>
                      <c:pt idx="4">
                        <c:v>1281</c:v>
                      </c:pt>
                      <c:pt idx="5">
                        <c:v>5938</c:v>
                      </c:pt>
                      <c:pt idx="6">
                        <c:v>17760</c:v>
                      </c:pt>
                      <c:pt idx="7">
                        <c:v>35166</c:v>
                      </c:pt>
                      <c:pt idx="8">
                        <c:v>43850</c:v>
                      </c:pt>
                      <c:pt idx="9">
                        <c:v>23962</c:v>
                      </c:pt>
                      <c:pt idx="10">
                        <c:v>17183</c:v>
                      </c:pt>
                      <c:pt idx="11">
                        <c:v>20399</c:v>
                      </c:pt>
                      <c:pt idx="12">
                        <c:v>24036</c:v>
                      </c:pt>
                      <c:pt idx="13">
                        <c:v>23878</c:v>
                      </c:pt>
                      <c:pt idx="14">
                        <c:v>25014</c:v>
                      </c:pt>
                      <c:pt idx="15">
                        <c:v>34388</c:v>
                      </c:pt>
                      <c:pt idx="16">
                        <c:v>54545</c:v>
                      </c:pt>
                      <c:pt idx="17">
                        <c:v>67317</c:v>
                      </c:pt>
                      <c:pt idx="18">
                        <c:v>48791</c:v>
                      </c:pt>
                      <c:pt idx="19">
                        <c:v>32497</c:v>
                      </c:pt>
                      <c:pt idx="20">
                        <c:v>22171</c:v>
                      </c:pt>
                      <c:pt idx="21">
                        <c:v>16382</c:v>
                      </c:pt>
                      <c:pt idx="22">
                        <c:v>9983</c:v>
                      </c:pt>
                      <c:pt idx="23">
                        <c:v>4921</c:v>
                      </c:pt>
                      <c:pt idx="24">
                        <c:v>2636</c:v>
                      </c:pt>
                      <c:pt idx="25">
                        <c:v>1373</c:v>
                      </c:pt>
                      <c:pt idx="26">
                        <c:v>809</c:v>
                      </c:pt>
                      <c:pt idx="27">
                        <c:v>716</c:v>
                      </c:pt>
                      <c:pt idx="28">
                        <c:v>1363</c:v>
                      </c:pt>
                      <c:pt idx="29">
                        <c:v>7348</c:v>
                      </c:pt>
                      <c:pt idx="30">
                        <c:v>22315</c:v>
                      </c:pt>
                      <c:pt idx="31">
                        <c:v>45562</c:v>
                      </c:pt>
                      <c:pt idx="32">
                        <c:v>57800</c:v>
                      </c:pt>
                      <c:pt idx="33">
                        <c:v>27632</c:v>
                      </c:pt>
                      <c:pt idx="34">
                        <c:v>18373</c:v>
                      </c:pt>
                      <c:pt idx="35">
                        <c:v>21225</c:v>
                      </c:pt>
                      <c:pt idx="36">
                        <c:v>25521</c:v>
                      </c:pt>
                      <c:pt idx="37">
                        <c:v>24573</c:v>
                      </c:pt>
                      <c:pt idx="38">
                        <c:v>24752</c:v>
                      </c:pt>
                      <c:pt idx="39">
                        <c:v>36267</c:v>
                      </c:pt>
                      <c:pt idx="40">
                        <c:v>62831</c:v>
                      </c:pt>
                      <c:pt idx="41">
                        <c:v>77306</c:v>
                      </c:pt>
                      <c:pt idx="42">
                        <c:v>56660</c:v>
                      </c:pt>
                      <c:pt idx="43">
                        <c:v>38182</c:v>
                      </c:pt>
                      <c:pt idx="44">
                        <c:v>26742</c:v>
                      </c:pt>
                      <c:pt idx="45">
                        <c:v>20532</c:v>
                      </c:pt>
                      <c:pt idx="46">
                        <c:v>12203</c:v>
                      </c:pt>
                      <c:pt idx="47">
                        <c:v>5949</c:v>
                      </c:pt>
                      <c:pt idx="48">
                        <c:v>2941</c:v>
                      </c:pt>
                      <c:pt idx="49">
                        <c:v>1434</c:v>
                      </c:pt>
                      <c:pt idx="50">
                        <c:v>785</c:v>
                      </c:pt>
                      <c:pt idx="51">
                        <c:v>677</c:v>
                      </c:pt>
                      <c:pt idx="52">
                        <c:v>1204</c:v>
                      </c:pt>
                      <c:pt idx="53">
                        <c:v>7356</c:v>
                      </c:pt>
                      <c:pt idx="54">
                        <c:v>21912</c:v>
                      </c:pt>
                      <c:pt idx="55">
                        <c:v>45845</c:v>
                      </c:pt>
                      <c:pt idx="56">
                        <c:v>56023</c:v>
                      </c:pt>
                      <c:pt idx="57">
                        <c:v>27435</c:v>
                      </c:pt>
                      <c:pt idx="58">
                        <c:v>18419</c:v>
                      </c:pt>
                      <c:pt idx="59">
                        <c:v>21012</c:v>
                      </c:pt>
                      <c:pt idx="60">
                        <c:v>24631</c:v>
                      </c:pt>
                      <c:pt idx="61">
                        <c:v>23424</c:v>
                      </c:pt>
                      <c:pt idx="62">
                        <c:v>23913</c:v>
                      </c:pt>
                      <c:pt idx="63">
                        <c:v>35626</c:v>
                      </c:pt>
                      <c:pt idx="64">
                        <c:v>59682</c:v>
                      </c:pt>
                      <c:pt idx="65">
                        <c:v>73459</c:v>
                      </c:pt>
                      <c:pt idx="66">
                        <c:v>54896</c:v>
                      </c:pt>
                      <c:pt idx="67">
                        <c:v>36897</c:v>
                      </c:pt>
                      <c:pt idx="68">
                        <c:v>25632</c:v>
                      </c:pt>
                      <c:pt idx="69">
                        <c:v>20019</c:v>
                      </c:pt>
                      <c:pt idx="70">
                        <c:v>12817</c:v>
                      </c:pt>
                      <c:pt idx="71">
                        <c:v>6406</c:v>
                      </c:pt>
                      <c:pt idx="72">
                        <c:v>3311</c:v>
                      </c:pt>
                      <c:pt idx="73">
                        <c:v>1748</c:v>
                      </c:pt>
                      <c:pt idx="74">
                        <c:v>956</c:v>
                      </c:pt>
                      <c:pt idx="75">
                        <c:v>728</c:v>
                      </c:pt>
                      <c:pt idx="76">
                        <c:v>1329</c:v>
                      </c:pt>
                      <c:pt idx="77">
                        <c:v>6162</c:v>
                      </c:pt>
                      <c:pt idx="78">
                        <c:v>20356</c:v>
                      </c:pt>
                      <c:pt idx="79">
                        <c:v>42924</c:v>
                      </c:pt>
                      <c:pt idx="80">
                        <c:v>55314</c:v>
                      </c:pt>
                      <c:pt idx="81">
                        <c:v>29003</c:v>
                      </c:pt>
                      <c:pt idx="82">
                        <c:v>19977</c:v>
                      </c:pt>
                      <c:pt idx="83">
                        <c:v>23086</c:v>
                      </c:pt>
                      <c:pt idx="84">
                        <c:v>27309</c:v>
                      </c:pt>
                      <c:pt idx="85">
                        <c:v>25728</c:v>
                      </c:pt>
                      <c:pt idx="86">
                        <c:v>26026</c:v>
                      </c:pt>
                      <c:pt idx="87">
                        <c:v>37349</c:v>
                      </c:pt>
                      <c:pt idx="88">
                        <c:v>59773</c:v>
                      </c:pt>
                      <c:pt idx="89">
                        <c:v>71850</c:v>
                      </c:pt>
                      <c:pt idx="90">
                        <c:v>53235</c:v>
                      </c:pt>
                      <c:pt idx="91">
                        <c:v>35982</c:v>
                      </c:pt>
                      <c:pt idx="92">
                        <c:v>24995</c:v>
                      </c:pt>
                      <c:pt idx="93">
                        <c:v>18735</c:v>
                      </c:pt>
                      <c:pt idx="94">
                        <c:v>14098</c:v>
                      </c:pt>
                      <c:pt idx="95">
                        <c:v>8962</c:v>
                      </c:pt>
                      <c:pt idx="96">
                        <c:v>4929</c:v>
                      </c:pt>
                      <c:pt idx="97">
                        <c:v>2705</c:v>
                      </c:pt>
                      <c:pt idx="98">
                        <c:v>1429</c:v>
                      </c:pt>
                      <c:pt idx="99">
                        <c:v>1017</c:v>
                      </c:pt>
                      <c:pt idx="100">
                        <c:v>1383</c:v>
                      </c:pt>
                      <c:pt idx="101">
                        <c:v>5876</c:v>
                      </c:pt>
                      <c:pt idx="102">
                        <c:v>16056</c:v>
                      </c:pt>
                      <c:pt idx="103">
                        <c:v>29120</c:v>
                      </c:pt>
                      <c:pt idx="104">
                        <c:v>36097</c:v>
                      </c:pt>
                      <c:pt idx="105">
                        <c:v>24589</c:v>
                      </c:pt>
                      <c:pt idx="106">
                        <c:v>20241</c:v>
                      </c:pt>
                      <c:pt idx="107">
                        <c:v>25313</c:v>
                      </c:pt>
                      <c:pt idx="108">
                        <c:v>30710</c:v>
                      </c:pt>
                      <c:pt idx="109">
                        <c:v>31551</c:v>
                      </c:pt>
                      <c:pt idx="110">
                        <c:v>31419</c:v>
                      </c:pt>
                      <c:pt idx="111">
                        <c:v>40093</c:v>
                      </c:pt>
                      <c:pt idx="112">
                        <c:v>53553</c:v>
                      </c:pt>
                      <c:pt idx="113">
                        <c:v>56878</c:v>
                      </c:pt>
                      <c:pt idx="114">
                        <c:v>46521</c:v>
                      </c:pt>
                      <c:pt idx="115">
                        <c:v>33347</c:v>
                      </c:pt>
                      <c:pt idx="116">
                        <c:v>22584</c:v>
                      </c:pt>
                      <c:pt idx="117">
                        <c:v>17341</c:v>
                      </c:pt>
                      <c:pt idx="118">
                        <c:v>15106</c:v>
                      </c:pt>
                      <c:pt idx="119">
                        <c:v>11952</c:v>
                      </c:pt>
                      <c:pt idx="120">
                        <c:v>9613</c:v>
                      </c:pt>
                      <c:pt idx="121">
                        <c:v>6403</c:v>
                      </c:pt>
                      <c:pt idx="122">
                        <c:v>3876</c:v>
                      </c:pt>
                      <c:pt idx="123">
                        <c:v>2075</c:v>
                      </c:pt>
                      <c:pt idx="124">
                        <c:v>1212</c:v>
                      </c:pt>
                      <c:pt idx="125">
                        <c:v>2246</c:v>
                      </c:pt>
                      <c:pt idx="126">
                        <c:v>5394</c:v>
                      </c:pt>
                      <c:pt idx="127">
                        <c:v>9702</c:v>
                      </c:pt>
                      <c:pt idx="128">
                        <c:v>17451</c:v>
                      </c:pt>
                      <c:pt idx="129">
                        <c:v>24554</c:v>
                      </c:pt>
                      <c:pt idx="130">
                        <c:v>31023</c:v>
                      </c:pt>
                      <c:pt idx="131">
                        <c:v>35265</c:v>
                      </c:pt>
                      <c:pt idx="132">
                        <c:v>36835</c:v>
                      </c:pt>
                      <c:pt idx="133">
                        <c:v>36638</c:v>
                      </c:pt>
                      <c:pt idx="134">
                        <c:v>36803</c:v>
                      </c:pt>
                      <c:pt idx="135">
                        <c:v>36940</c:v>
                      </c:pt>
                      <c:pt idx="136">
                        <c:v>37035</c:v>
                      </c:pt>
                      <c:pt idx="137">
                        <c:v>34531</c:v>
                      </c:pt>
                      <c:pt idx="138">
                        <c:v>31918</c:v>
                      </c:pt>
                      <c:pt idx="139">
                        <c:v>24508</c:v>
                      </c:pt>
                      <c:pt idx="140">
                        <c:v>17563</c:v>
                      </c:pt>
                      <c:pt idx="141">
                        <c:v>15668</c:v>
                      </c:pt>
                      <c:pt idx="142">
                        <c:v>14765</c:v>
                      </c:pt>
                      <c:pt idx="143">
                        <c:v>11414</c:v>
                      </c:pt>
                      <c:pt idx="144">
                        <c:v>9082</c:v>
                      </c:pt>
                      <c:pt idx="145">
                        <c:v>6215</c:v>
                      </c:pt>
                      <c:pt idx="146">
                        <c:v>4010</c:v>
                      </c:pt>
                      <c:pt idx="147">
                        <c:v>2395</c:v>
                      </c:pt>
                      <c:pt idx="148">
                        <c:v>1620</c:v>
                      </c:pt>
                      <c:pt idx="149">
                        <c:v>2081</c:v>
                      </c:pt>
                      <c:pt idx="150">
                        <c:v>4502</c:v>
                      </c:pt>
                      <c:pt idx="151">
                        <c:v>7089</c:v>
                      </c:pt>
                      <c:pt idx="152">
                        <c:v>12299</c:v>
                      </c:pt>
                      <c:pt idx="153">
                        <c:v>19343</c:v>
                      </c:pt>
                      <c:pt idx="154">
                        <c:v>25713</c:v>
                      </c:pt>
                      <c:pt idx="155">
                        <c:v>29979</c:v>
                      </c:pt>
                      <c:pt idx="156">
                        <c:v>32086</c:v>
                      </c:pt>
                      <c:pt idx="157">
                        <c:v>32053</c:v>
                      </c:pt>
                      <c:pt idx="158">
                        <c:v>32545</c:v>
                      </c:pt>
                      <c:pt idx="159">
                        <c:v>33443</c:v>
                      </c:pt>
                      <c:pt idx="160">
                        <c:v>33482</c:v>
                      </c:pt>
                      <c:pt idx="161">
                        <c:v>30133</c:v>
                      </c:pt>
                      <c:pt idx="162">
                        <c:v>27754</c:v>
                      </c:pt>
                      <c:pt idx="163">
                        <c:v>20226</c:v>
                      </c:pt>
                      <c:pt idx="164">
                        <c:v>14841</c:v>
                      </c:pt>
                      <c:pt idx="165">
                        <c:v>11515</c:v>
                      </c:pt>
                      <c:pt idx="166">
                        <c:v>8476</c:v>
                      </c:pt>
                      <c:pt idx="167">
                        <c:v>4940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222C-4881-AFCB-9BA830AC6D3E}"/>
                  </c:ext>
                </c:extLst>
              </c15:ser>
            </c15:filteredLineSeries>
          </c:ext>
        </c:extLst>
      </c:lineChart>
      <c:catAx>
        <c:axId val="244261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262719"/>
        <c:crosses val="autoZero"/>
        <c:auto val="1"/>
        <c:lblAlgn val="ctr"/>
        <c:lblOffset val="100"/>
        <c:tickLblSkip val="6"/>
        <c:tickMarkSkip val="24"/>
        <c:noMultiLvlLbl val="0"/>
      </c:catAx>
      <c:valAx>
        <c:axId val="244262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26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4F10F-1227-4C76-968D-63DC3B271CE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CD128-3135-414C-B62F-A9BA5136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0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Over the past 12 months, Cyclistic riders made roughly 5.9 million trips using our bikes. About two-thirds of trips were made by annual members, with the rest made by casual riders.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07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The warm months are our busiest months for all riders, with almost 70% of all trips occurring in Q2 and Q3. However this change is particularly marked for casual riders. In Q3 the split of casual rider trips to annual member trips is 41/59, but in Q1 it is 23/77. This suggests that there is a surge in casual riding starting in spring and lasting through to fall.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64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CF4D-D9EF-AE99-DDF1-FEBBFC90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DDBA8-BF62-6594-E8AE-93BBD648A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FDB3A-F897-6287-8148-2FD88979F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>
                <a:effectLst/>
              </a:rPr>
              <a:t>Electric bikes are more popular among all rider types. On whole about two-thirds of trips were made using our electric bikes. This preference is slightly more pronounced among casual riders, as just over 70% of trips were made with electric bikes.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C6C58-B609-0D2D-154A-B9F4A5EA9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97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EAFF-C727-85F8-435B-55F6A797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7C507-B2FD-C0F5-2969-ED9C843CD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8B01F-A2DE-0C1F-D48D-0B949FB86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>
                <a:effectLst/>
              </a:rPr>
              <a:t>The distribution of casual vs member trips over the week shows a marked contrast between the groups. During the week, members accounted for almost 77% of trips made, whereas at </a:t>
            </a:r>
            <a:r>
              <a:rPr lang="en-US" dirty="0" err="1">
                <a:effectLst/>
              </a:rPr>
              <a:t>at</a:t>
            </a:r>
            <a:r>
              <a:rPr lang="en-US" dirty="0">
                <a:effectLst/>
              </a:rPr>
              <a:t> the weekend this was only 53%. So there is a big surge each weekend in casual riders.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1D7F4-0CCE-7FE4-45C4-346EF819D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05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One of the most dramatic contrasts is in the duration of the rides. Here, we can see that members account for about 70% of rides under 10 minutes, whereas casual riders account for over 77% of rides lasting over 90 minutes. This trend shows itself already from rides lasting over 30 minutes, from which point a majority of trips were made by casual riders.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99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When we look at trip start time grouped by hour over the week, we see that there are member surges at weekday commuter times (7am-8am and 4pm-5pm). This pattern vanishes over the weekend.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28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Members on average use bikes for short 10-13 minutes trips across the whole week. At the weekend there seems to be a peak in casual riders using bikes for longer, leisure trips.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84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>
                <a:effectLst/>
              </a:rPr>
              <a:t>Exploratory analysis shows that the most popular casual rider weekend start points are clustered along the waterfront with its recreational areas, whereas the weekday member trips focus around downtown.</a:t>
            </a: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CD128-3135-414C-B62F-A9BA51362E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41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3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0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7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7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4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8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8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4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9413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83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5178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457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0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2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00F73-5688-45C8-A7B0-E3AEE02029A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AC9C9F0-15CC-48FB-A3CA-33670A00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5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28B1-1E6A-7D17-3E13-7644AF994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2579" y="1758835"/>
            <a:ext cx="6871316" cy="2817813"/>
          </a:xfrm>
        </p:spPr>
        <p:txBody>
          <a:bodyPr>
            <a:normAutofit fontScale="90000"/>
          </a:bodyPr>
          <a:lstStyle/>
          <a:p>
            <a:r>
              <a:rPr lang="en-US" sz="8900" dirty="0">
                <a:solidFill>
                  <a:schemeClr val="accent3"/>
                </a:solidFill>
              </a:rPr>
              <a:t>Cyclistic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accent2"/>
                </a:solidFill>
              </a:rPr>
              <a:t>Rider behavior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by membership 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6AFBE-872B-D584-AD8F-76E342408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605" y="5618376"/>
            <a:ext cx="3473257" cy="1096899"/>
          </a:xfrm>
        </p:spPr>
        <p:txBody>
          <a:bodyPr/>
          <a:lstStyle/>
          <a:p>
            <a:pPr algn="l"/>
            <a:r>
              <a:rPr lang="en-US" i="1" dirty="0">
                <a:solidFill>
                  <a:schemeClr val="accent3"/>
                </a:solidFill>
              </a:rPr>
              <a:t>Presented by: David Wishart</a:t>
            </a:r>
          </a:p>
          <a:p>
            <a:pPr algn="l"/>
            <a:r>
              <a:rPr lang="en-US" i="1" dirty="0">
                <a:solidFill>
                  <a:schemeClr val="accent3"/>
                </a:solidFill>
              </a:rPr>
              <a:t>Last updated: 19 Jul 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ACDCDC-6220-5A78-F99C-AAF986F04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12" y="492010"/>
            <a:ext cx="25717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17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2889D-1856-964D-B61D-B9B5AFE5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How do annual members and casual riders use Cyclistic bikes differently?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642C-B584-A193-35AE-C49E859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6670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5.9 million trips made in the last 12 months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D7304DE-8D64-49BD-CB99-16BBC34AD7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4982306"/>
              </p:ext>
            </p:extLst>
          </p:nvPr>
        </p:nvGraphicFramePr>
        <p:xfrm>
          <a:off x="2823754" y="2937849"/>
          <a:ext cx="457200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2164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B258-0420-9452-F3D5-7D0D5CC4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Casual summer surge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B56751E-597F-61AD-6DF6-817DFD157B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8001767"/>
              </p:ext>
            </p:extLst>
          </p:nvPr>
        </p:nvGraphicFramePr>
        <p:xfrm>
          <a:off x="5049700" y="2152651"/>
          <a:ext cx="4753973" cy="260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A76745B8-C1E3-5283-D3C5-F227BAB96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252463"/>
              </p:ext>
            </p:extLst>
          </p:nvPr>
        </p:nvGraphicFramePr>
        <p:xfrm>
          <a:off x="677863" y="2160589"/>
          <a:ext cx="4266428" cy="3397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2057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32EE-1688-1055-3CE2-C6806695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AA28-AC16-6AC3-81AD-40FE0619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Classic or Electric?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AA5401-6110-FA82-644B-FA569BCFD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676020"/>
              </p:ext>
            </p:extLst>
          </p:nvPr>
        </p:nvGraphicFramePr>
        <p:xfrm>
          <a:off x="677690" y="2088742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678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4DBC9-39D2-7C12-8288-68A8EAAF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CA82-84EE-C71E-9A15-04DA6D2DE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Casual weekend surge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8E4FF85-711E-5B5E-0505-B734CDE3C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127413"/>
              </p:ext>
            </p:extLst>
          </p:nvPr>
        </p:nvGraphicFramePr>
        <p:xfrm>
          <a:off x="677334" y="1698603"/>
          <a:ext cx="8216538" cy="4087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536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D0DD-EF16-8C2F-9166-A357A749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Short commutes and long leisure rides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9E80E8E-14E0-4D20-80D1-5082C797D6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97209333"/>
              </p:ext>
            </p:extLst>
          </p:nvPr>
        </p:nvGraphicFramePr>
        <p:xfrm>
          <a:off x="318634" y="1488281"/>
          <a:ext cx="4645252" cy="4200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D4CE6F-2F11-CE68-9B63-2E466D9488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4810620"/>
              </p:ext>
            </p:extLst>
          </p:nvPr>
        </p:nvGraphicFramePr>
        <p:xfrm>
          <a:off x="5322586" y="1488281"/>
          <a:ext cx="4184650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9441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DCF2-6908-47EB-E8D1-1E23916B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Weekly ride volume by hour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FE78D1-4D8F-54D7-9FB7-E7E1DC65F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852318"/>
              </p:ext>
            </p:extLst>
          </p:nvPr>
        </p:nvGraphicFramePr>
        <p:xfrm>
          <a:off x="214600" y="1435600"/>
          <a:ext cx="9522135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8561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F762-F8A2-C1D8-ABE0-CBA09E62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E5BC-60F3-73CA-60B4-1EDC98C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Average Ride Duration by start time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71586CB-028B-42B0-B37A-548E13290B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719872"/>
              </p:ext>
            </p:extLst>
          </p:nvPr>
        </p:nvGraphicFramePr>
        <p:xfrm>
          <a:off x="203475" y="1411193"/>
          <a:ext cx="9641794" cy="4405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053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27D3-349B-657B-A050-9F02D53C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914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Geographical clustering of top 500 stations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26D17F-DC34-8EFE-1940-4BA911006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1469" r="31469"/>
          <a:stretch>
            <a:fillRect/>
          </a:stretch>
        </p:blipFill>
        <p:spPr>
          <a:xfrm>
            <a:off x="1006082" y="1965791"/>
            <a:ext cx="2925837" cy="4282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FBEA54-0F92-34E2-6760-5E7D372515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460" r="31460"/>
          <a:stretch>
            <a:fillRect/>
          </a:stretch>
        </p:blipFill>
        <p:spPr>
          <a:xfrm>
            <a:off x="4786691" y="1965791"/>
            <a:ext cx="2926080" cy="4277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0A20D1-C05C-B7EB-C585-AF84999556F2}"/>
              </a:ext>
            </a:extLst>
          </p:cNvPr>
          <p:cNvSpPr txBox="1"/>
          <p:nvPr/>
        </p:nvSpPr>
        <p:spPr>
          <a:xfrm>
            <a:off x="800280" y="1438484"/>
            <a:ext cx="333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95959"/>
                </a:solidFill>
              </a:rPr>
              <a:t>Weekday annual member trips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D000D-255A-B8B1-F516-32EE16DA043C}"/>
              </a:ext>
            </a:extLst>
          </p:cNvPr>
          <p:cNvSpPr txBox="1"/>
          <p:nvPr/>
        </p:nvSpPr>
        <p:spPr>
          <a:xfrm>
            <a:off x="4649591" y="1438484"/>
            <a:ext cx="333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95959"/>
                </a:solidFill>
              </a:rPr>
              <a:t>Weekend casual rider trips</a:t>
            </a:r>
          </a:p>
        </p:txBody>
      </p:sp>
    </p:spTree>
    <p:extLst>
      <p:ext uri="{BB962C8B-B14F-4D97-AF65-F5344CB8AC3E}">
        <p14:creationId xmlns:p14="http://schemas.microsoft.com/office/powerpoint/2010/main" val="3634738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A115-526B-CB7A-30F1-5BA71519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Analysis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D2509-E482-ED90-1027-28735907A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Casual riders especially use the service during the summer months.</a:t>
            </a:r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Annual members tend to use the service more during the week, casual rider trips then surge at the weekend.</a:t>
            </a:r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Casual riders account for most of the long (30+ minute) trips, annual members take shorter rides.</a:t>
            </a:r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There are clear ‘commuter spikes’ during midweek rush hours for annual members. Casual rider trips follow a softer ‘afternoon and weekend leisure’ curve.</a:t>
            </a:r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Annual members tend to start downtown in commercial areas, casual riders nearer the waterfront park and recreation areas.</a:t>
            </a:r>
          </a:p>
        </p:txBody>
      </p:sp>
    </p:spTree>
    <p:extLst>
      <p:ext uri="{BB962C8B-B14F-4D97-AF65-F5344CB8AC3E}">
        <p14:creationId xmlns:p14="http://schemas.microsoft.com/office/powerpoint/2010/main" val="4986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A7CE-60A9-0BD4-81E1-F368B0DB3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6C6C-EE48-2B1B-8E2C-08056F3F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Recommendations to convert casual riders to annual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8D84F-5B9C-8E57-E3E4-BEBF071F1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Target marketing during spring as casual riders begin using the service more.</a:t>
            </a:r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Design targeted, limited-time promotions that frame the annual membership as a cost-saving tool for high-frequency weekend and seasonal leisure users.</a:t>
            </a:r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Target marketing around recreational areas of the city.</a:t>
            </a:r>
          </a:p>
        </p:txBody>
      </p:sp>
    </p:spTree>
    <p:extLst>
      <p:ext uri="{BB962C8B-B14F-4D97-AF65-F5344CB8AC3E}">
        <p14:creationId xmlns:p14="http://schemas.microsoft.com/office/powerpoint/2010/main" val="29922249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690</Words>
  <Application>Microsoft Office PowerPoint</Application>
  <PresentationFormat>Widescreen</PresentationFormat>
  <Paragraphs>55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Narrow</vt:lpstr>
      <vt:lpstr>Arial</vt:lpstr>
      <vt:lpstr>Trebuchet MS</vt:lpstr>
      <vt:lpstr>Wingdings 3</vt:lpstr>
      <vt:lpstr>Facet</vt:lpstr>
      <vt:lpstr>Cyclistic  Rider behavior by membership type</vt:lpstr>
      <vt:lpstr>How do annual members and casual riders use Cyclistic bikes differently?</vt:lpstr>
      <vt:lpstr>Casual summer surge</vt:lpstr>
      <vt:lpstr>Classic or Electric?</vt:lpstr>
      <vt:lpstr>Casual weekend surge</vt:lpstr>
      <vt:lpstr>Short commutes and long leisure rides</vt:lpstr>
      <vt:lpstr>Weekly ride volume by hour</vt:lpstr>
      <vt:lpstr>Average Ride Duration by start time</vt:lpstr>
      <vt:lpstr>Geographical clustering of top 500 stations</vt:lpstr>
      <vt:lpstr>Analysis Conclusions</vt:lpstr>
      <vt:lpstr>Recommendations to convert casual riders to annual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Wishart</dc:creator>
  <cp:lastModifiedBy>David Wishart</cp:lastModifiedBy>
  <cp:revision>1</cp:revision>
  <dcterms:created xsi:type="dcterms:W3CDTF">2026-07-19T11:34:26Z</dcterms:created>
  <dcterms:modified xsi:type="dcterms:W3CDTF">2026-07-19T14:43:44Z</dcterms:modified>
</cp:coreProperties>
</file>